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67"/>
    <p:restoredTop sz="94668"/>
  </p:normalViewPr>
  <p:slideViewPr>
    <p:cSldViewPr snapToGrid="0">
      <p:cViewPr>
        <p:scale>
          <a:sx n="149" d="100"/>
          <a:sy n="149" d="100"/>
        </p:scale>
        <p:origin x="-13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E6F2-CB66-89B2-CEFB-28C2B4269F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07EF6-8502-A8E3-279C-1811AAA8B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B08E7-37EB-C67C-40F4-2E35831D2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CFC8F-7853-D0A1-907C-8A3852714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17DDD-8C51-D3FE-7D81-5FC06F61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79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F68C2-A37F-1A14-CC6A-28F963272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0FE08-2B6E-A754-8204-7BE2164F8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01794-0C1E-EC8D-5265-D05963A1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2FBC2-69B1-553E-F847-F31B9C29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50082-E9B8-2045-A7FD-5CECB7E1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4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BE3F2-32E8-A12A-92FA-84F812841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9F83D-C49A-1F21-D62C-56C2BFACF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AE2D8-2CEF-1444-7D51-E00B1509E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60DA9-C8E0-D653-107F-108944B5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33468-0E13-6713-3E74-D2690908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3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42EE4-D824-1152-5620-6D9794F8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F1E82-1556-9C5D-C27A-C2C51AA1D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65A50D-A548-0C26-D3F7-6A13EDDE2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7C511-3E89-1407-49CB-E64053E8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4AE8C-81FF-9F99-91D0-11D48D246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E4C42-4C53-619A-8D48-CB44B414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4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70BA-9318-F247-2FC5-E15F37CB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22DA3-1462-659F-FE6E-7FC290DB0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F9619-F29E-C00C-6BE5-E75FB2CB9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B2DB7-272C-5892-5D78-CFAE02E23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3DDD0C-61A3-6839-F9A5-33DF96C1D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31D09D-DDC5-6F1B-2985-7D9ED218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9DC1C6-259C-2BCD-1472-06FE74A0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3310A-A51C-E5EC-1374-7AF37F815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D12B9-C02C-2D38-6274-A5B83031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A2029-9CDB-54D7-EC7C-A4BB17C84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10E27-6BA2-7DB3-E076-E03E6411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29F08-3AEB-FDA8-C6F6-848812ED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29C16-C239-7418-D0DB-46D16E913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F1149-E54C-9E3D-ED1C-3B61D5C0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84B59-CB45-37FA-8AFA-CAB88F58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6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EB18-1866-F748-EF26-19FD79510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2F358-E9EC-6A8F-C52E-71327EE0C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A0EC2-A1B0-B486-8447-09601ABAA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B521A-22EA-B9A3-2200-C55C421F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F4B80-A97D-0CF1-D756-3977CEDE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21B12F-A3B6-D3AA-0BD7-3E049B11E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41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01B4E-22A3-0F38-BA2A-2227DFE0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4773B2-2E37-DE59-055B-48A64C992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20ABB-7B17-8EE9-0424-F4E28AA01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53B1-4BD5-B5C7-3E00-9E02987E5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7E92C-C3B0-B2C6-6524-B7FAD987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7F3E6-6E7E-7590-771D-131F36300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2482-D8E5-0C0F-7AE6-3D1CC13D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2715F-7068-D644-B171-50C88B124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D8908-2DB0-951E-7EFE-9B4AD4A7A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EC23D-A20B-CC6F-38D8-7D20138A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0F862-9132-6E7D-E5BB-146D1CA3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91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8444C-8FC2-8BF3-8E1B-B16C4D1F6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B40B40-C5EE-C14E-3081-9214E919C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1369-2193-EC03-C427-601F4834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02AEB-A9D9-8B4A-3792-3639789DB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EA08F-93DD-D018-7EEA-24C9974D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3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4E0EC8-0C96-E0BE-C196-006DF3F85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0965B-ABED-2B77-FDAC-82566F11F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B376-7EDD-227E-82C7-684701845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7B82B2-ACAD-C742-A68A-8722A66FAD8F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245AE-5697-FE8E-B84B-AE64F6D363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AB112-A2BC-CC38-1F10-D8AF314D0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5EB41-B533-1040-A410-5229BE499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82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89C3-910C-CD45-6910-53D75FD66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GUIDE-seq-2</a:t>
            </a:r>
          </a:p>
        </p:txBody>
      </p:sp>
    </p:spTree>
    <p:extLst>
      <p:ext uri="{BB962C8B-B14F-4D97-AF65-F5344CB8AC3E}">
        <p14:creationId xmlns:p14="http://schemas.microsoft.com/office/powerpoint/2010/main" val="108323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2F71543-911D-A292-2317-5FE0EE17F129}"/>
              </a:ext>
            </a:extLst>
          </p:cNvPr>
          <p:cNvSpPr/>
          <p:nvPr/>
        </p:nvSpPr>
        <p:spPr>
          <a:xfrm>
            <a:off x="4637541" y="667663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504D61-D743-2D27-9932-D138BE957521}"/>
              </a:ext>
            </a:extLst>
          </p:cNvPr>
          <p:cNvSpPr/>
          <p:nvPr/>
        </p:nvSpPr>
        <p:spPr>
          <a:xfrm>
            <a:off x="4637541" y="894421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667B19-5AEA-536B-9D10-1ABB40BC7D68}"/>
              </a:ext>
            </a:extLst>
          </p:cNvPr>
          <p:cNvSpPr/>
          <p:nvPr/>
        </p:nvSpPr>
        <p:spPr>
          <a:xfrm>
            <a:off x="5804743" y="667663"/>
            <a:ext cx="4715141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94FDAE-6C23-544C-8C1A-32AD5AEA5DEF}"/>
              </a:ext>
            </a:extLst>
          </p:cNvPr>
          <p:cNvSpPr/>
          <p:nvPr/>
        </p:nvSpPr>
        <p:spPr>
          <a:xfrm>
            <a:off x="5804743" y="894421"/>
            <a:ext cx="471512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5DBBEE-BB31-CE03-5823-86EC92F0014C}"/>
              </a:ext>
            </a:extLst>
          </p:cNvPr>
          <p:cNvSpPr/>
          <p:nvPr/>
        </p:nvSpPr>
        <p:spPr>
          <a:xfrm>
            <a:off x="734930" y="667663"/>
            <a:ext cx="3902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5D3BF57-87EF-2972-BEFB-B805C87D8CB6}"/>
              </a:ext>
            </a:extLst>
          </p:cNvPr>
          <p:cNvSpPr/>
          <p:nvPr/>
        </p:nvSpPr>
        <p:spPr>
          <a:xfrm>
            <a:off x="734938" y="894421"/>
            <a:ext cx="390259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3306A2-CA25-6C3B-384F-A854BFAC9E5D}"/>
              </a:ext>
            </a:extLst>
          </p:cNvPr>
          <p:cNvSpPr/>
          <p:nvPr/>
        </p:nvSpPr>
        <p:spPr>
          <a:xfrm>
            <a:off x="4928797" y="2853130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D90BDA-8648-9145-A6FF-3EAD1DADB328}"/>
              </a:ext>
            </a:extLst>
          </p:cNvPr>
          <p:cNvSpPr/>
          <p:nvPr/>
        </p:nvSpPr>
        <p:spPr>
          <a:xfrm>
            <a:off x="4928797" y="3079888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C48C58-0D22-A78E-0EAA-64006862D144}"/>
              </a:ext>
            </a:extLst>
          </p:cNvPr>
          <p:cNvSpPr/>
          <p:nvPr/>
        </p:nvSpPr>
        <p:spPr>
          <a:xfrm>
            <a:off x="6096000" y="2853130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69B53C-39FD-72E2-1A75-76513DA4DBE5}"/>
              </a:ext>
            </a:extLst>
          </p:cNvPr>
          <p:cNvSpPr/>
          <p:nvPr/>
        </p:nvSpPr>
        <p:spPr>
          <a:xfrm>
            <a:off x="6096000" y="3079888"/>
            <a:ext cx="1749750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4302FE-3EBE-6B65-4515-E69C2AE47152}"/>
              </a:ext>
            </a:extLst>
          </p:cNvPr>
          <p:cNvSpPr/>
          <p:nvPr/>
        </p:nvSpPr>
        <p:spPr>
          <a:xfrm>
            <a:off x="3461185" y="2853130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76885D-E8AE-0A33-F579-3CD3F5D77FEC}"/>
              </a:ext>
            </a:extLst>
          </p:cNvPr>
          <p:cNvSpPr/>
          <p:nvPr/>
        </p:nvSpPr>
        <p:spPr>
          <a:xfrm>
            <a:off x="3461188" y="3079888"/>
            <a:ext cx="146760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22A89D-1CD2-B6D0-2C40-E8D65E69E43B}"/>
              </a:ext>
            </a:extLst>
          </p:cNvPr>
          <p:cNvSpPr/>
          <p:nvPr/>
        </p:nvSpPr>
        <p:spPr>
          <a:xfrm>
            <a:off x="7845743" y="2853130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1C1CA5-5A02-F3E3-9DB1-2BD7BFCF3F89}"/>
              </a:ext>
            </a:extLst>
          </p:cNvPr>
          <p:cNvSpPr/>
          <p:nvPr/>
        </p:nvSpPr>
        <p:spPr>
          <a:xfrm>
            <a:off x="7845744" y="3079888"/>
            <a:ext cx="863132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B8E9F6-61D5-AF59-67C5-F8355FD651D5}"/>
              </a:ext>
            </a:extLst>
          </p:cNvPr>
          <p:cNvSpPr/>
          <p:nvPr/>
        </p:nvSpPr>
        <p:spPr>
          <a:xfrm>
            <a:off x="8708875" y="2853130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6A51EF-D32A-BBC2-851C-5BED2B1684A4}"/>
              </a:ext>
            </a:extLst>
          </p:cNvPr>
          <p:cNvSpPr/>
          <p:nvPr/>
        </p:nvSpPr>
        <p:spPr>
          <a:xfrm>
            <a:off x="8708876" y="3079888"/>
            <a:ext cx="639306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CB2B4E0-1E33-E018-3E71-B68B0306007F}"/>
              </a:ext>
            </a:extLst>
          </p:cNvPr>
          <p:cNvSpPr/>
          <p:nvPr/>
        </p:nvSpPr>
        <p:spPr>
          <a:xfrm>
            <a:off x="9348169" y="2853130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36725B-F824-EE4D-51AD-1423832A10B1}"/>
              </a:ext>
            </a:extLst>
          </p:cNvPr>
          <p:cNvSpPr/>
          <p:nvPr/>
        </p:nvSpPr>
        <p:spPr>
          <a:xfrm>
            <a:off x="9348170" y="3079888"/>
            <a:ext cx="639306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AE1BED-DD25-930A-E5CB-198700EAA038}"/>
              </a:ext>
            </a:extLst>
          </p:cNvPr>
          <p:cNvSpPr/>
          <p:nvPr/>
        </p:nvSpPr>
        <p:spPr>
          <a:xfrm>
            <a:off x="9987473" y="2853130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A8FE20B-CA01-F409-6A04-323D7E202A82}"/>
              </a:ext>
            </a:extLst>
          </p:cNvPr>
          <p:cNvSpPr/>
          <p:nvPr/>
        </p:nvSpPr>
        <p:spPr>
          <a:xfrm>
            <a:off x="9987474" y="3079888"/>
            <a:ext cx="639296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D0B71A-150B-4FB3-1F68-C598714A67D0}"/>
              </a:ext>
            </a:extLst>
          </p:cNvPr>
          <p:cNvSpPr/>
          <p:nvPr/>
        </p:nvSpPr>
        <p:spPr>
          <a:xfrm>
            <a:off x="2598055" y="2853130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E81968-E4B4-AAA4-1A83-CD4454BF7D5A}"/>
              </a:ext>
            </a:extLst>
          </p:cNvPr>
          <p:cNvSpPr/>
          <p:nvPr/>
        </p:nvSpPr>
        <p:spPr>
          <a:xfrm>
            <a:off x="2598056" y="3079888"/>
            <a:ext cx="863132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82F499-AB47-7E27-B5A4-B6485F306FFE}"/>
              </a:ext>
            </a:extLst>
          </p:cNvPr>
          <p:cNvSpPr/>
          <p:nvPr/>
        </p:nvSpPr>
        <p:spPr>
          <a:xfrm>
            <a:off x="1958746" y="2853130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08B715-1BEE-F2CC-ADBA-392CDDFF8DAC}"/>
              </a:ext>
            </a:extLst>
          </p:cNvPr>
          <p:cNvSpPr/>
          <p:nvPr/>
        </p:nvSpPr>
        <p:spPr>
          <a:xfrm>
            <a:off x="1958747" y="3079888"/>
            <a:ext cx="639306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41801ED-D452-3F52-D8FB-611A709DB1BD}"/>
              </a:ext>
            </a:extLst>
          </p:cNvPr>
          <p:cNvSpPr/>
          <p:nvPr/>
        </p:nvSpPr>
        <p:spPr>
          <a:xfrm>
            <a:off x="1319445" y="2853130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D2D5D8-37AD-1E5D-4519-2A463F39C764}"/>
              </a:ext>
            </a:extLst>
          </p:cNvPr>
          <p:cNvSpPr/>
          <p:nvPr/>
        </p:nvSpPr>
        <p:spPr>
          <a:xfrm>
            <a:off x="1319446" y="3079888"/>
            <a:ext cx="639306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2A365BB-77FF-6476-3937-3DFA79E6BA28}"/>
              </a:ext>
            </a:extLst>
          </p:cNvPr>
          <p:cNvSpPr/>
          <p:nvPr/>
        </p:nvSpPr>
        <p:spPr>
          <a:xfrm>
            <a:off x="680146" y="2853130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DAE4CB-1A1A-2C6B-553A-44535644A00D}"/>
              </a:ext>
            </a:extLst>
          </p:cNvPr>
          <p:cNvSpPr/>
          <p:nvPr/>
        </p:nvSpPr>
        <p:spPr>
          <a:xfrm>
            <a:off x="680147" y="3079888"/>
            <a:ext cx="639296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5A94E9C-B4D7-BB96-FB60-D3CD17849378}"/>
              </a:ext>
            </a:extLst>
          </p:cNvPr>
          <p:cNvSpPr/>
          <p:nvPr/>
        </p:nvSpPr>
        <p:spPr>
          <a:xfrm>
            <a:off x="4821899" y="5038597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37FB74B-B60D-1CDD-3AAD-80955CB2544B}"/>
              </a:ext>
            </a:extLst>
          </p:cNvPr>
          <p:cNvSpPr/>
          <p:nvPr/>
        </p:nvSpPr>
        <p:spPr>
          <a:xfrm>
            <a:off x="4821899" y="6338073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F87B937-6EA5-3062-4ACE-C561938BC2B2}"/>
              </a:ext>
            </a:extLst>
          </p:cNvPr>
          <p:cNvSpPr/>
          <p:nvPr/>
        </p:nvSpPr>
        <p:spPr>
          <a:xfrm>
            <a:off x="5989102" y="5038597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B4A5A7C-5176-3BC1-585D-3A32FC5FA567}"/>
              </a:ext>
            </a:extLst>
          </p:cNvPr>
          <p:cNvSpPr/>
          <p:nvPr/>
        </p:nvSpPr>
        <p:spPr>
          <a:xfrm>
            <a:off x="5989102" y="6338073"/>
            <a:ext cx="1749750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9A9972D-1EDC-522A-A9B5-4B2C90871A1B}"/>
              </a:ext>
            </a:extLst>
          </p:cNvPr>
          <p:cNvSpPr/>
          <p:nvPr/>
        </p:nvSpPr>
        <p:spPr>
          <a:xfrm>
            <a:off x="3354287" y="5038597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D1A7D8-DD01-82C8-A90E-371EFEF21D86}"/>
              </a:ext>
            </a:extLst>
          </p:cNvPr>
          <p:cNvSpPr/>
          <p:nvPr/>
        </p:nvSpPr>
        <p:spPr>
          <a:xfrm>
            <a:off x="3354290" y="6338073"/>
            <a:ext cx="146760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5FD37CF-32CB-35F4-7BBE-3160F1AAFE9E}"/>
              </a:ext>
            </a:extLst>
          </p:cNvPr>
          <p:cNvSpPr/>
          <p:nvPr/>
        </p:nvSpPr>
        <p:spPr>
          <a:xfrm>
            <a:off x="7738845" y="5038597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42EFB74-7413-C52D-0973-1279F716BB62}"/>
              </a:ext>
            </a:extLst>
          </p:cNvPr>
          <p:cNvSpPr/>
          <p:nvPr/>
        </p:nvSpPr>
        <p:spPr>
          <a:xfrm>
            <a:off x="7738846" y="6338073"/>
            <a:ext cx="863132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F4E8D88-3DE2-33D8-6ACE-4F6A7CD70398}"/>
              </a:ext>
            </a:extLst>
          </p:cNvPr>
          <p:cNvSpPr/>
          <p:nvPr/>
        </p:nvSpPr>
        <p:spPr>
          <a:xfrm>
            <a:off x="8601977" y="5038597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93F2DC-0D98-FAB4-8577-C630996A41D7}"/>
              </a:ext>
            </a:extLst>
          </p:cNvPr>
          <p:cNvSpPr/>
          <p:nvPr/>
        </p:nvSpPr>
        <p:spPr>
          <a:xfrm>
            <a:off x="8601978" y="6338073"/>
            <a:ext cx="639306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210E040-2B79-2619-9F32-4614F7A44178}"/>
              </a:ext>
            </a:extLst>
          </p:cNvPr>
          <p:cNvSpPr/>
          <p:nvPr/>
        </p:nvSpPr>
        <p:spPr>
          <a:xfrm>
            <a:off x="9241271" y="5038597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5767A73-64A0-C13C-D6C1-099BD5328BA9}"/>
              </a:ext>
            </a:extLst>
          </p:cNvPr>
          <p:cNvSpPr/>
          <p:nvPr/>
        </p:nvSpPr>
        <p:spPr>
          <a:xfrm>
            <a:off x="9241272" y="6338073"/>
            <a:ext cx="639306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F32917-D8F3-60A2-182E-EFB8D63CA610}"/>
              </a:ext>
            </a:extLst>
          </p:cNvPr>
          <p:cNvSpPr/>
          <p:nvPr/>
        </p:nvSpPr>
        <p:spPr>
          <a:xfrm>
            <a:off x="9880575" y="5038597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95E92DA-A286-9A9F-A4CC-BEF4430B07ED}"/>
              </a:ext>
            </a:extLst>
          </p:cNvPr>
          <p:cNvSpPr/>
          <p:nvPr/>
        </p:nvSpPr>
        <p:spPr>
          <a:xfrm>
            <a:off x="9880576" y="6338073"/>
            <a:ext cx="639296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163171-AA13-D8CE-2D0F-9937F3588DEB}"/>
              </a:ext>
            </a:extLst>
          </p:cNvPr>
          <p:cNvSpPr/>
          <p:nvPr/>
        </p:nvSpPr>
        <p:spPr>
          <a:xfrm>
            <a:off x="2491157" y="5038597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FD02AF6-9920-D971-B116-3ABE64716762}"/>
              </a:ext>
            </a:extLst>
          </p:cNvPr>
          <p:cNvSpPr/>
          <p:nvPr/>
        </p:nvSpPr>
        <p:spPr>
          <a:xfrm>
            <a:off x="2491158" y="6338073"/>
            <a:ext cx="863132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8A2F5C-5342-0BD6-1590-832E598D914B}"/>
              </a:ext>
            </a:extLst>
          </p:cNvPr>
          <p:cNvSpPr/>
          <p:nvPr/>
        </p:nvSpPr>
        <p:spPr>
          <a:xfrm>
            <a:off x="1851848" y="5038597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8E582D5-4473-2D79-AB65-B106D74AFDC1}"/>
              </a:ext>
            </a:extLst>
          </p:cNvPr>
          <p:cNvSpPr/>
          <p:nvPr/>
        </p:nvSpPr>
        <p:spPr>
          <a:xfrm>
            <a:off x="1851849" y="6338073"/>
            <a:ext cx="639306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D6FA8CF-73D2-2BE1-D4E8-B9547DFC8E38}"/>
              </a:ext>
            </a:extLst>
          </p:cNvPr>
          <p:cNvSpPr/>
          <p:nvPr/>
        </p:nvSpPr>
        <p:spPr>
          <a:xfrm>
            <a:off x="1212547" y="5038597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7B8A222-142D-5E30-2CBA-F15D345CCA83}"/>
              </a:ext>
            </a:extLst>
          </p:cNvPr>
          <p:cNvSpPr/>
          <p:nvPr/>
        </p:nvSpPr>
        <p:spPr>
          <a:xfrm>
            <a:off x="1212548" y="6338073"/>
            <a:ext cx="639306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B532A4-3016-A206-BF13-347368DE945F}"/>
              </a:ext>
            </a:extLst>
          </p:cNvPr>
          <p:cNvSpPr/>
          <p:nvPr/>
        </p:nvSpPr>
        <p:spPr>
          <a:xfrm>
            <a:off x="573248" y="5038597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67BEB7A-0308-346D-068E-7B2D3ED4063C}"/>
              </a:ext>
            </a:extLst>
          </p:cNvPr>
          <p:cNvSpPr/>
          <p:nvPr/>
        </p:nvSpPr>
        <p:spPr>
          <a:xfrm>
            <a:off x="573249" y="6338073"/>
            <a:ext cx="639296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FD74CDA-08B2-7BEF-555F-E26572BEBB92}"/>
              </a:ext>
            </a:extLst>
          </p:cNvPr>
          <p:cNvCxnSpPr>
            <a:cxnSpLocks/>
          </p:cNvCxnSpPr>
          <p:nvPr/>
        </p:nvCxnSpPr>
        <p:spPr>
          <a:xfrm flipV="1">
            <a:off x="5388692" y="5321410"/>
            <a:ext cx="0" cy="85931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659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72CC94-7234-6E23-63C4-EF78680B5EA4}"/>
              </a:ext>
            </a:extLst>
          </p:cNvPr>
          <p:cNvSpPr/>
          <p:nvPr/>
        </p:nvSpPr>
        <p:spPr>
          <a:xfrm>
            <a:off x="4954101" y="529942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075C3E-DF6A-F803-0B2C-E83C133C10C9}"/>
              </a:ext>
            </a:extLst>
          </p:cNvPr>
          <p:cNvSpPr/>
          <p:nvPr/>
        </p:nvSpPr>
        <p:spPr>
          <a:xfrm>
            <a:off x="6121304" y="529942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E8A65C-8F89-6415-6957-B6B87851FEA7}"/>
              </a:ext>
            </a:extLst>
          </p:cNvPr>
          <p:cNvSpPr/>
          <p:nvPr/>
        </p:nvSpPr>
        <p:spPr>
          <a:xfrm>
            <a:off x="3486489" y="529942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3CAD5C-BA2B-FDA2-C5B5-384CFD8FA88F}"/>
              </a:ext>
            </a:extLst>
          </p:cNvPr>
          <p:cNvSpPr/>
          <p:nvPr/>
        </p:nvSpPr>
        <p:spPr>
          <a:xfrm>
            <a:off x="7871047" y="52994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688EF-378F-A339-7A74-63DF10E33FF2}"/>
              </a:ext>
            </a:extLst>
          </p:cNvPr>
          <p:cNvSpPr/>
          <p:nvPr/>
        </p:nvSpPr>
        <p:spPr>
          <a:xfrm>
            <a:off x="8734179" y="52994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5471DC-93A9-E8F9-C7F1-E519902918E1}"/>
              </a:ext>
            </a:extLst>
          </p:cNvPr>
          <p:cNvSpPr/>
          <p:nvPr/>
        </p:nvSpPr>
        <p:spPr>
          <a:xfrm>
            <a:off x="9373473" y="52994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6FD6C1-1517-C745-720F-802E4D983722}"/>
              </a:ext>
            </a:extLst>
          </p:cNvPr>
          <p:cNvSpPr/>
          <p:nvPr/>
        </p:nvSpPr>
        <p:spPr>
          <a:xfrm>
            <a:off x="10012777" y="52994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ED4B96-C26D-CFCF-9E25-E69E48668244}"/>
              </a:ext>
            </a:extLst>
          </p:cNvPr>
          <p:cNvSpPr/>
          <p:nvPr/>
        </p:nvSpPr>
        <p:spPr>
          <a:xfrm>
            <a:off x="2623359" y="52994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52D718-6D6F-F0E3-1739-3D9D9D452914}"/>
              </a:ext>
            </a:extLst>
          </p:cNvPr>
          <p:cNvSpPr/>
          <p:nvPr/>
        </p:nvSpPr>
        <p:spPr>
          <a:xfrm>
            <a:off x="1984050" y="52994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6341EF-B587-C617-7CE8-29A2C67B69DB}"/>
              </a:ext>
            </a:extLst>
          </p:cNvPr>
          <p:cNvSpPr/>
          <p:nvPr/>
        </p:nvSpPr>
        <p:spPr>
          <a:xfrm>
            <a:off x="1344749" y="52994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92A607-056B-3E66-DC1F-CAE29A3D5169}"/>
              </a:ext>
            </a:extLst>
          </p:cNvPr>
          <p:cNvSpPr/>
          <p:nvPr/>
        </p:nvSpPr>
        <p:spPr>
          <a:xfrm>
            <a:off x="705450" y="52994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9E2BED-F30A-0E2A-AEF0-25CA840DE02E}"/>
              </a:ext>
            </a:extLst>
          </p:cNvPr>
          <p:cNvSpPr/>
          <p:nvPr/>
        </p:nvSpPr>
        <p:spPr>
          <a:xfrm>
            <a:off x="4954102" y="878662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45926F1-F445-7228-B3F1-852B2107B984}"/>
              </a:ext>
            </a:extLst>
          </p:cNvPr>
          <p:cNvGrpSpPr/>
          <p:nvPr/>
        </p:nvGrpSpPr>
        <p:grpSpPr>
          <a:xfrm rot="2117151">
            <a:off x="5873279" y="1506431"/>
            <a:ext cx="2223771" cy="158044"/>
            <a:chOff x="6324444" y="2078353"/>
            <a:chExt cx="2223771" cy="15804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B892BFC-ACB4-271A-950A-D4608615C89B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1895AA6-F202-E7A6-8B92-E1CCDCEB0B03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A71E824-F87C-9F4D-8730-A7FF80ACE663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896A7923-4FB2-9615-128F-849F6ED4152A}"/>
              </a:ext>
            </a:extLst>
          </p:cNvPr>
          <p:cNvSpPr/>
          <p:nvPr/>
        </p:nvSpPr>
        <p:spPr>
          <a:xfrm>
            <a:off x="4954101" y="4395293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A5DB64-C7AB-5FE1-F3BD-0760AB76EC84}"/>
              </a:ext>
            </a:extLst>
          </p:cNvPr>
          <p:cNvSpPr/>
          <p:nvPr/>
        </p:nvSpPr>
        <p:spPr>
          <a:xfrm>
            <a:off x="6121304" y="4395293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535D57-389C-1CC9-8970-98817F044B50}"/>
              </a:ext>
            </a:extLst>
          </p:cNvPr>
          <p:cNvSpPr/>
          <p:nvPr/>
        </p:nvSpPr>
        <p:spPr>
          <a:xfrm>
            <a:off x="3486489" y="4395293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3A9311-BC22-57AE-13C4-B007D541AFFF}"/>
              </a:ext>
            </a:extLst>
          </p:cNvPr>
          <p:cNvSpPr/>
          <p:nvPr/>
        </p:nvSpPr>
        <p:spPr>
          <a:xfrm>
            <a:off x="7871047" y="4395293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AA9085-F735-5838-ACA3-487804207F99}"/>
              </a:ext>
            </a:extLst>
          </p:cNvPr>
          <p:cNvSpPr/>
          <p:nvPr/>
        </p:nvSpPr>
        <p:spPr>
          <a:xfrm>
            <a:off x="8734179" y="4395293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8BB2A2C-EBE7-C215-4AA8-C6577A2C1D97}"/>
              </a:ext>
            </a:extLst>
          </p:cNvPr>
          <p:cNvSpPr/>
          <p:nvPr/>
        </p:nvSpPr>
        <p:spPr>
          <a:xfrm>
            <a:off x="9373473" y="4395293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F881737-4E85-CDE0-5374-68233462E9EF}"/>
              </a:ext>
            </a:extLst>
          </p:cNvPr>
          <p:cNvSpPr/>
          <p:nvPr/>
        </p:nvSpPr>
        <p:spPr>
          <a:xfrm>
            <a:off x="10012777" y="4395293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19CF3B-021E-AE14-46E4-FF82BECF570D}"/>
              </a:ext>
            </a:extLst>
          </p:cNvPr>
          <p:cNvSpPr/>
          <p:nvPr/>
        </p:nvSpPr>
        <p:spPr>
          <a:xfrm>
            <a:off x="2623359" y="4395293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6110D4-6DA0-E3A9-3894-52F4220923F4}"/>
              </a:ext>
            </a:extLst>
          </p:cNvPr>
          <p:cNvSpPr/>
          <p:nvPr/>
        </p:nvSpPr>
        <p:spPr>
          <a:xfrm>
            <a:off x="1984050" y="4395293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3079A5-43C7-D3BC-66C2-48B93D520771}"/>
              </a:ext>
            </a:extLst>
          </p:cNvPr>
          <p:cNvSpPr/>
          <p:nvPr/>
        </p:nvSpPr>
        <p:spPr>
          <a:xfrm>
            <a:off x="1344749" y="4395293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B18DB2-D74F-177B-D317-669A9E95FD56}"/>
              </a:ext>
            </a:extLst>
          </p:cNvPr>
          <p:cNvSpPr/>
          <p:nvPr/>
        </p:nvSpPr>
        <p:spPr>
          <a:xfrm>
            <a:off x="705450" y="4395293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A01DCB-0CEE-84CD-4103-B533C0070F38}"/>
              </a:ext>
            </a:extLst>
          </p:cNvPr>
          <p:cNvSpPr/>
          <p:nvPr/>
        </p:nvSpPr>
        <p:spPr>
          <a:xfrm>
            <a:off x="4954102" y="4766873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ACBA83F-D500-0DF2-24EE-EB2455507898}"/>
              </a:ext>
            </a:extLst>
          </p:cNvPr>
          <p:cNvGrpSpPr/>
          <p:nvPr/>
        </p:nvGrpSpPr>
        <p:grpSpPr>
          <a:xfrm rot="2117151">
            <a:off x="5873279" y="5394642"/>
            <a:ext cx="2223771" cy="158044"/>
            <a:chOff x="6324444" y="2078353"/>
            <a:chExt cx="2223771" cy="158044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EAD3AA1-E1C1-EB8C-C0D2-CBB7948E80DC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4DB80A1-E314-62DB-A5D1-BAB112DD5B17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6F27B1-759D-CFAD-86E9-E0B83F4C6A42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47" name="Triangle 46">
            <a:extLst>
              <a:ext uri="{FF2B5EF4-FFF2-40B4-BE49-F238E27FC236}">
                <a16:creationId xmlns:a16="http://schemas.microsoft.com/office/drawing/2014/main" id="{4F424983-D4E7-97D1-15D6-29D6EC25C7FC}"/>
              </a:ext>
            </a:extLst>
          </p:cNvPr>
          <p:cNvSpPr/>
          <p:nvPr/>
        </p:nvSpPr>
        <p:spPr>
          <a:xfrm rot="16200000">
            <a:off x="5424630" y="4400521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90AD7166-78D5-2B3F-8D27-F895E11D112D}"/>
              </a:ext>
            </a:extLst>
          </p:cNvPr>
          <p:cNvCxnSpPr>
            <a:cxnSpLocks/>
            <a:stCxn id="47" idx="0"/>
          </p:cNvCxnSpPr>
          <p:nvPr/>
        </p:nvCxnSpPr>
        <p:spPr>
          <a:xfrm flipH="1">
            <a:off x="705450" y="4682828"/>
            <a:ext cx="470660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97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BB717-C4C5-B37E-9FE3-5D57EEA31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E074A4-2875-08BF-63E4-F0B9DF6F2365}"/>
              </a:ext>
            </a:extLst>
          </p:cNvPr>
          <p:cNvSpPr/>
          <p:nvPr/>
        </p:nvSpPr>
        <p:spPr>
          <a:xfrm>
            <a:off x="4954101" y="529942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495691-2AF3-C027-8FE1-EFD3CCEE92CB}"/>
              </a:ext>
            </a:extLst>
          </p:cNvPr>
          <p:cNvSpPr/>
          <p:nvPr/>
        </p:nvSpPr>
        <p:spPr>
          <a:xfrm>
            <a:off x="6121304" y="529942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4E0EBB-63FF-B754-F90D-9048212EFAB5}"/>
              </a:ext>
            </a:extLst>
          </p:cNvPr>
          <p:cNvSpPr/>
          <p:nvPr/>
        </p:nvSpPr>
        <p:spPr>
          <a:xfrm>
            <a:off x="3486489" y="529942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E644A-A334-B525-5F79-4FB5C3F9F2BA}"/>
              </a:ext>
            </a:extLst>
          </p:cNvPr>
          <p:cNvSpPr/>
          <p:nvPr/>
        </p:nvSpPr>
        <p:spPr>
          <a:xfrm>
            <a:off x="7871047" y="52994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06AD20-76B2-AE1B-73F2-0E254F6DF092}"/>
              </a:ext>
            </a:extLst>
          </p:cNvPr>
          <p:cNvSpPr/>
          <p:nvPr/>
        </p:nvSpPr>
        <p:spPr>
          <a:xfrm>
            <a:off x="8734179" y="52994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7B578D-9E06-4D77-455D-5CE7FCD51335}"/>
              </a:ext>
            </a:extLst>
          </p:cNvPr>
          <p:cNvSpPr/>
          <p:nvPr/>
        </p:nvSpPr>
        <p:spPr>
          <a:xfrm>
            <a:off x="9373473" y="52994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F6B98-09F0-737C-42EF-9A2E44F41175}"/>
              </a:ext>
            </a:extLst>
          </p:cNvPr>
          <p:cNvSpPr/>
          <p:nvPr/>
        </p:nvSpPr>
        <p:spPr>
          <a:xfrm>
            <a:off x="10012777" y="52994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AA5C8E-B49C-57D3-59E4-1D85B132FBE1}"/>
              </a:ext>
            </a:extLst>
          </p:cNvPr>
          <p:cNvSpPr/>
          <p:nvPr/>
        </p:nvSpPr>
        <p:spPr>
          <a:xfrm>
            <a:off x="2623359" y="52994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EA7815-89CE-A1DF-E2B4-3F28BB370E31}"/>
              </a:ext>
            </a:extLst>
          </p:cNvPr>
          <p:cNvSpPr/>
          <p:nvPr/>
        </p:nvSpPr>
        <p:spPr>
          <a:xfrm>
            <a:off x="1984050" y="52994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28E8A0D-7F16-F78D-E6D2-69EF5D132629}"/>
              </a:ext>
            </a:extLst>
          </p:cNvPr>
          <p:cNvSpPr/>
          <p:nvPr/>
        </p:nvSpPr>
        <p:spPr>
          <a:xfrm>
            <a:off x="1344749" y="52994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9C26B-1D9D-54CF-511E-0D694212F599}"/>
              </a:ext>
            </a:extLst>
          </p:cNvPr>
          <p:cNvSpPr/>
          <p:nvPr/>
        </p:nvSpPr>
        <p:spPr>
          <a:xfrm>
            <a:off x="705450" y="52994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E39A39-A458-1CAF-D7FD-A3CD670AB5F4}"/>
              </a:ext>
            </a:extLst>
          </p:cNvPr>
          <p:cNvSpPr/>
          <p:nvPr/>
        </p:nvSpPr>
        <p:spPr>
          <a:xfrm>
            <a:off x="4954102" y="970102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496C3B-AC7A-CF5C-C00C-BBFBEF402A9B}"/>
              </a:ext>
            </a:extLst>
          </p:cNvPr>
          <p:cNvGrpSpPr/>
          <p:nvPr/>
        </p:nvGrpSpPr>
        <p:grpSpPr>
          <a:xfrm rot="2117151">
            <a:off x="5873279" y="1597871"/>
            <a:ext cx="2223771" cy="158044"/>
            <a:chOff x="6324444" y="2078353"/>
            <a:chExt cx="2223771" cy="15804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6162867-AF3F-0BEE-EFD2-21F5D7CA16F9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0D0FA9A-7F7F-4E28-3462-9979BABE8D2C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BC2897B-1E51-00C9-AFAF-BDD90C938C5E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EE8FF31-9190-5758-D93A-ADC5C24EC080}"/>
              </a:ext>
            </a:extLst>
          </p:cNvPr>
          <p:cNvSpPr/>
          <p:nvPr/>
        </p:nvSpPr>
        <p:spPr>
          <a:xfrm>
            <a:off x="3486489" y="970101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B6C5E6-7CF9-BE89-B3D6-A92431DF583F}"/>
              </a:ext>
            </a:extLst>
          </p:cNvPr>
          <p:cNvSpPr/>
          <p:nvPr/>
        </p:nvSpPr>
        <p:spPr>
          <a:xfrm>
            <a:off x="2623359" y="970101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98A0C-979A-CFAE-4765-5BE0003D493C}"/>
              </a:ext>
            </a:extLst>
          </p:cNvPr>
          <p:cNvSpPr/>
          <p:nvPr/>
        </p:nvSpPr>
        <p:spPr>
          <a:xfrm>
            <a:off x="1984050" y="970101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5FA4E6-64A2-CE6D-D64D-933AF164AF43}"/>
              </a:ext>
            </a:extLst>
          </p:cNvPr>
          <p:cNvSpPr/>
          <p:nvPr/>
        </p:nvSpPr>
        <p:spPr>
          <a:xfrm>
            <a:off x="1344749" y="970101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6A508-E42D-81FA-7E6E-FA8FAE32F808}"/>
              </a:ext>
            </a:extLst>
          </p:cNvPr>
          <p:cNvSpPr/>
          <p:nvPr/>
        </p:nvSpPr>
        <p:spPr>
          <a:xfrm>
            <a:off x="705450" y="970101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6EA29-4511-A960-C8A2-665C68FC30EB}"/>
              </a:ext>
            </a:extLst>
          </p:cNvPr>
          <p:cNvSpPr/>
          <p:nvPr/>
        </p:nvSpPr>
        <p:spPr>
          <a:xfrm>
            <a:off x="4954101" y="3678852"/>
            <a:ext cx="1167206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E74051-595B-620D-80C9-85162572B201}"/>
              </a:ext>
            </a:extLst>
          </p:cNvPr>
          <p:cNvSpPr/>
          <p:nvPr/>
        </p:nvSpPr>
        <p:spPr>
          <a:xfrm>
            <a:off x="6121304" y="3678852"/>
            <a:ext cx="1749754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6A218B-F831-B49F-4E5C-9284103B227E}"/>
              </a:ext>
            </a:extLst>
          </p:cNvPr>
          <p:cNvSpPr/>
          <p:nvPr/>
        </p:nvSpPr>
        <p:spPr>
          <a:xfrm>
            <a:off x="3486489" y="3678852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F249F5-3F69-ADEE-11B0-8AA9D8E6E318}"/>
              </a:ext>
            </a:extLst>
          </p:cNvPr>
          <p:cNvSpPr/>
          <p:nvPr/>
        </p:nvSpPr>
        <p:spPr>
          <a:xfrm>
            <a:off x="7871047" y="367885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133404-AE2F-EBB1-24F3-C11C15C60A24}"/>
              </a:ext>
            </a:extLst>
          </p:cNvPr>
          <p:cNvSpPr/>
          <p:nvPr/>
        </p:nvSpPr>
        <p:spPr>
          <a:xfrm>
            <a:off x="8734179" y="367885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F61E2A-5A54-3F5A-D027-C97882CE448D}"/>
              </a:ext>
            </a:extLst>
          </p:cNvPr>
          <p:cNvSpPr/>
          <p:nvPr/>
        </p:nvSpPr>
        <p:spPr>
          <a:xfrm>
            <a:off x="9373473" y="367885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DDE7C2-41EC-C3F9-B32E-5368ACA77065}"/>
              </a:ext>
            </a:extLst>
          </p:cNvPr>
          <p:cNvSpPr/>
          <p:nvPr/>
        </p:nvSpPr>
        <p:spPr>
          <a:xfrm>
            <a:off x="10012777" y="367885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2A1D13B-A0B7-9E60-7C52-9C106A85A7F7}"/>
              </a:ext>
            </a:extLst>
          </p:cNvPr>
          <p:cNvSpPr/>
          <p:nvPr/>
        </p:nvSpPr>
        <p:spPr>
          <a:xfrm>
            <a:off x="2623359" y="367885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F00418-0D5F-91A4-636E-D608BE77C269}"/>
              </a:ext>
            </a:extLst>
          </p:cNvPr>
          <p:cNvSpPr/>
          <p:nvPr/>
        </p:nvSpPr>
        <p:spPr>
          <a:xfrm>
            <a:off x="1984050" y="367885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DD1E2BD-F587-0844-41E7-4C0B91AAAD89}"/>
              </a:ext>
            </a:extLst>
          </p:cNvPr>
          <p:cNvSpPr/>
          <p:nvPr/>
        </p:nvSpPr>
        <p:spPr>
          <a:xfrm>
            <a:off x="1344749" y="367885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B15184D-42EA-ECC9-0328-09CB4FC4086A}"/>
              </a:ext>
            </a:extLst>
          </p:cNvPr>
          <p:cNvSpPr/>
          <p:nvPr/>
        </p:nvSpPr>
        <p:spPr>
          <a:xfrm>
            <a:off x="705450" y="367885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80EB247-D1A7-5D4A-1CF7-FC70949E2253}"/>
              </a:ext>
            </a:extLst>
          </p:cNvPr>
          <p:cNvSpPr/>
          <p:nvPr/>
        </p:nvSpPr>
        <p:spPr>
          <a:xfrm>
            <a:off x="4954106" y="5216508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0E39EEB-02B1-2D7F-ECB6-E4B3439F36AB}"/>
              </a:ext>
            </a:extLst>
          </p:cNvPr>
          <p:cNvGrpSpPr/>
          <p:nvPr/>
        </p:nvGrpSpPr>
        <p:grpSpPr>
          <a:xfrm rot="2117151">
            <a:off x="5873283" y="5844277"/>
            <a:ext cx="2223771" cy="158044"/>
            <a:chOff x="6324444" y="2078353"/>
            <a:chExt cx="2223771" cy="15804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7A7046B-9524-7F03-590C-5187206352CA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3FA19D3-9DC2-3018-58A1-8E01715379D8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71AF6BC-9A34-385D-ACC7-1B6CA458ECB7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8BA4B7C0-6B4A-C21A-1441-A6B21188B54B}"/>
              </a:ext>
            </a:extLst>
          </p:cNvPr>
          <p:cNvSpPr/>
          <p:nvPr/>
        </p:nvSpPr>
        <p:spPr>
          <a:xfrm>
            <a:off x="3486493" y="5216507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20A393E-C603-D2E9-1AE7-06EB12394B5B}"/>
              </a:ext>
            </a:extLst>
          </p:cNvPr>
          <p:cNvSpPr/>
          <p:nvPr/>
        </p:nvSpPr>
        <p:spPr>
          <a:xfrm>
            <a:off x="2623363" y="5216507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5BE0CB7-CBD7-85E9-E58E-E3B65839D681}"/>
              </a:ext>
            </a:extLst>
          </p:cNvPr>
          <p:cNvSpPr/>
          <p:nvPr/>
        </p:nvSpPr>
        <p:spPr>
          <a:xfrm>
            <a:off x="1984054" y="5216507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95567FA-A98A-D522-92D3-1C487242CEDE}"/>
              </a:ext>
            </a:extLst>
          </p:cNvPr>
          <p:cNvSpPr/>
          <p:nvPr/>
        </p:nvSpPr>
        <p:spPr>
          <a:xfrm>
            <a:off x="1344753" y="5216507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4A1AB0A-18AF-B5C6-068F-9FCF18C7813D}"/>
              </a:ext>
            </a:extLst>
          </p:cNvPr>
          <p:cNvSpPr/>
          <p:nvPr/>
        </p:nvSpPr>
        <p:spPr>
          <a:xfrm>
            <a:off x="705454" y="5216507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2E7E7CE-9F19-0344-111D-64366C723F9A}"/>
              </a:ext>
            </a:extLst>
          </p:cNvPr>
          <p:cNvCxnSpPr>
            <a:cxnSpLocks/>
          </p:cNvCxnSpPr>
          <p:nvPr/>
        </p:nvCxnSpPr>
        <p:spPr>
          <a:xfrm flipV="1">
            <a:off x="5497417" y="4153360"/>
            <a:ext cx="0" cy="85931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73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2502-79D9-E617-5985-653766C0E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9D990C67-3371-FB34-509A-10F25BA1C1F8}"/>
              </a:ext>
            </a:extLst>
          </p:cNvPr>
          <p:cNvSpPr/>
          <p:nvPr/>
        </p:nvSpPr>
        <p:spPr>
          <a:xfrm>
            <a:off x="738503" y="495317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48CF7D2-8E61-AEAE-30AC-DE134CFE613F}"/>
              </a:ext>
            </a:extLst>
          </p:cNvPr>
          <p:cNvSpPr/>
          <p:nvPr/>
        </p:nvSpPr>
        <p:spPr>
          <a:xfrm>
            <a:off x="4987156" y="825596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BFACE1-E470-E4D8-D89E-41203EE75EF4}"/>
              </a:ext>
            </a:extLst>
          </p:cNvPr>
          <p:cNvGrpSpPr/>
          <p:nvPr/>
        </p:nvGrpSpPr>
        <p:grpSpPr>
          <a:xfrm rot="2117151">
            <a:off x="5906333" y="1453365"/>
            <a:ext cx="2223771" cy="158044"/>
            <a:chOff x="6324444" y="2078353"/>
            <a:chExt cx="2223771" cy="158044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F5FE9E6-2940-35A6-8BC1-F0D3F6F56152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D7C83A-5BEE-148E-35F5-BA0DD3AA517C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E841596-1E3E-E3C5-228D-BB608EB25C93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230999E0-9164-E0BD-9911-853329C1B385}"/>
              </a:ext>
            </a:extLst>
          </p:cNvPr>
          <p:cNvSpPr/>
          <p:nvPr/>
        </p:nvSpPr>
        <p:spPr>
          <a:xfrm>
            <a:off x="3519543" y="825595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297F773-6A8B-E17B-AD8A-223B86B4E359}"/>
              </a:ext>
            </a:extLst>
          </p:cNvPr>
          <p:cNvSpPr/>
          <p:nvPr/>
        </p:nvSpPr>
        <p:spPr>
          <a:xfrm>
            <a:off x="2656413" y="825595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97DC0B-F67D-35AA-D0F3-3250490F7965}"/>
              </a:ext>
            </a:extLst>
          </p:cNvPr>
          <p:cNvSpPr/>
          <p:nvPr/>
        </p:nvSpPr>
        <p:spPr>
          <a:xfrm>
            <a:off x="2017104" y="825595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4641A78-EC1F-E8AB-91E0-02684A319A84}"/>
              </a:ext>
            </a:extLst>
          </p:cNvPr>
          <p:cNvSpPr/>
          <p:nvPr/>
        </p:nvSpPr>
        <p:spPr>
          <a:xfrm>
            <a:off x="1377803" y="825595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6A35C7-E2DB-5426-6070-7CC66CCD4E9B}"/>
              </a:ext>
            </a:extLst>
          </p:cNvPr>
          <p:cNvSpPr/>
          <p:nvPr/>
        </p:nvSpPr>
        <p:spPr>
          <a:xfrm>
            <a:off x="738504" y="825595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2C7A5CB9-0B00-D934-DB86-7B3FE495B35F}"/>
              </a:ext>
            </a:extLst>
          </p:cNvPr>
          <p:cNvSpPr/>
          <p:nvPr/>
        </p:nvSpPr>
        <p:spPr>
          <a:xfrm rot="5400000">
            <a:off x="815077" y="431603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AAF10E5-A3F5-5003-915F-9E640A5A6D5B}"/>
              </a:ext>
            </a:extLst>
          </p:cNvPr>
          <p:cNvCxnSpPr>
            <a:cxnSpLocks/>
          </p:cNvCxnSpPr>
          <p:nvPr/>
        </p:nvCxnSpPr>
        <p:spPr>
          <a:xfrm>
            <a:off x="1441795" y="704575"/>
            <a:ext cx="47125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BB6C148-82B5-0AE5-558A-1A88A457BBB1}"/>
              </a:ext>
            </a:extLst>
          </p:cNvPr>
          <p:cNvSpPr/>
          <p:nvPr/>
        </p:nvSpPr>
        <p:spPr>
          <a:xfrm>
            <a:off x="802498" y="4019963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DB9D42-74C0-EE1D-DA27-9FFA49D20C48}"/>
              </a:ext>
            </a:extLst>
          </p:cNvPr>
          <p:cNvSpPr/>
          <p:nvPr/>
        </p:nvSpPr>
        <p:spPr>
          <a:xfrm>
            <a:off x="5051151" y="4350242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A34313-21FF-C747-380B-B8036E1EF60C}"/>
              </a:ext>
            </a:extLst>
          </p:cNvPr>
          <p:cNvSpPr/>
          <p:nvPr/>
        </p:nvSpPr>
        <p:spPr>
          <a:xfrm>
            <a:off x="6218354" y="4350241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B9837F-2940-4BB9-9F50-2E056C241790}"/>
              </a:ext>
            </a:extLst>
          </p:cNvPr>
          <p:cNvSpPr/>
          <p:nvPr/>
        </p:nvSpPr>
        <p:spPr>
          <a:xfrm>
            <a:off x="6923142" y="4350241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8B3C036-7AF8-03E5-2D06-A829DEEDA72B}"/>
              </a:ext>
            </a:extLst>
          </p:cNvPr>
          <p:cNvSpPr/>
          <p:nvPr/>
        </p:nvSpPr>
        <p:spPr>
          <a:xfrm>
            <a:off x="7671706" y="4350241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4B049C3-2018-B037-0521-EC700BDD6A7C}"/>
              </a:ext>
            </a:extLst>
          </p:cNvPr>
          <p:cNvSpPr/>
          <p:nvPr/>
        </p:nvSpPr>
        <p:spPr>
          <a:xfrm>
            <a:off x="3583538" y="4350241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C61475-DF08-2E96-38D0-AD04AB168D92}"/>
              </a:ext>
            </a:extLst>
          </p:cNvPr>
          <p:cNvSpPr/>
          <p:nvPr/>
        </p:nvSpPr>
        <p:spPr>
          <a:xfrm>
            <a:off x="2720408" y="4350241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C8F5007-F6DA-7D15-DC4B-73AF06F3A485}"/>
              </a:ext>
            </a:extLst>
          </p:cNvPr>
          <p:cNvSpPr/>
          <p:nvPr/>
        </p:nvSpPr>
        <p:spPr>
          <a:xfrm>
            <a:off x="2081099" y="4350241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8EFF34-5E79-83F5-C97C-6E41862D6D1E}"/>
              </a:ext>
            </a:extLst>
          </p:cNvPr>
          <p:cNvSpPr/>
          <p:nvPr/>
        </p:nvSpPr>
        <p:spPr>
          <a:xfrm>
            <a:off x="1441798" y="4350241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F15001E-CE27-0D1E-E0BD-6611AE51CBDB}"/>
              </a:ext>
            </a:extLst>
          </p:cNvPr>
          <p:cNvSpPr/>
          <p:nvPr/>
        </p:nvSpPr>
        <p:spPr>
          <a:xfrm>
            <a:off x="802499" y="4350241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F0843D4-5BC6-B3A6-4218-F62908C5EF2C}"/>
              </a:ext>
            </a:extLst>
          </p:cNvPr>
          <p:cNvSpPr/>
          <p:nvPr/>
        </p:nvSpPr>
        <p:spPr>
          <a:xfrm>
            <a:off x="5051148" y="4019963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F7CC81-4CDB-BC50-5361-A233B3506E10}"/>
              </a:ext>
            </a:extLst>
          </p:cNvPr>
          <p:cNvSpPr/>
          <p:nvPr/>
        </p:nvSpPr>
        <p:spPr>
          <a:xfrm>
            <a:off x="6218351" y="4019962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1EA131-7529-1CDE-5309-93EF5D6796DC}"/>
              </a:ext>
            </a:extLst>
          </p:cNvPr>
          <p:cNvSpPr/>
          <p:nvPr/>
        </p:nvSpPr>
        <p:spPr>
          <a:xfrm>
            <a:off x="6923139" y="4019962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EA6817F-3430-E8D1-3E7F-5010F9E36A6A}"/>
              </a:ext>
            </a:extLst>
          </p:cNvPr>
          <p:cNvSpPr/>
          <p:nvPr/>
        </p:nvSpPr>
        <p:spPr>
          <a:xfrm>
            <a:off x="7671703" y="4019962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FD0461D-F0FF-2771-1162-C9C6E3D3B955}"/>
              </a:ext>
            </a:extLst>
          </p:cNvPr>
          <p:cNvSpPr/>
          <p:nvPr/>
        </p:nvSpPr>
        <p:spPr>
          <a:xfrm>
            <a:off x="3583535" y="4019962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B719561-6F74-E62D-05A7-0579CB4E4377}"/>
              </a:ext>
            </a:extLst>
          </p:cNvPr>
          <p:cNvSpPr/>
          <p:nvPr/>
        </p:nvSpPr>
        <p:spPr>
          <a:xfrm>
            <a:off x="2720405" y="401996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D58762-B4D4-6C4B-F845-FE87A94F0276}"/>
              </a:ext>
            </a:extLst>
          </p:cNvPr>
          <p:cNvSpPr/>
          <p:nvPr/>
        </p:nvSpPr>
        <p:spPr>
          <a:xfrm>
            <a:off x="2081096" y="401996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FC0BBE5-43CA-C3D5-411F-F4D9EB1D6705}"/>
              </a:ext>
            </a:extLst>
          </p:cNvPr>
          <p:cNvSpPr/>
          <p:nvPr/>
        </p:nvSpPr>
        <p:spPr>
          <a:xfrm>
            <a:off x="1441795" y="401996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780A3F-0CBA-E103-1282-828AEE5262B0}"/>
              </a:ext>
            </a:extLst>
          </p:cNvPr>
          <p:cNvSpPr txBox="1"/>
          <p:nvPr/>
        </p:nvSpPr>
        <p:spPr>
          <a:xfrm>
            <a:off x="2131591" y="5784093"/>
            <a:ext cx="4022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this point, we recover standard PCR.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F6614E0-B40A-87E6-65B1-4FD2ABB1F11A}"/>
              </a:ext>
            </a:extLst>
          </p:cNvPr>
          <p:cNvCxnSpPr>
            <a:cxnSpLocks/>
          </p:cNvCxnSpPr>
          <p:nvPr/>
        </p:nvCxnSpPr>
        <p:spPr>
          <a:xfrm>
            <a:off x="6154359" y="704575"/>
            <a:ext cx="1817117" cy="132996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562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9F1CEEA-CD46-1881-A483-09427CDC3B0C}"/>
              </a:ext>
            </a:extLst>
          </p:cNvPr>
          <p:cNvSpPr/>
          <p:nvPr/>
        </p:nvSpPr>
        <p:spPr>
          <a:xfrm>
            <a:off x="680144" y="968291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7B687-9330-3AEE-60C8-8CDDC1835395}"/>
              </a:ext>
            </a:extLst>
          </p:cNvPr>
          <p:cNvSpPr/>
          <p:nvPr/>
        </p:nvSpPr>
        <p:spPr>
          <a:xfrm>
            <a:off x="4928796" y="3017202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7622F-B3A2-C541-95A0-11B48DBC432C}"/>
              </a:ext>
            </a:extLst>
          </p:cNvPr>
          <p:cNvSpPr/>
          <p:nvPr/>
        </p:nvSpPr>
        <p:spPr>
          <a:xfrm>
            <a:off x="6095999" y="3017201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DFAEC-7B53-696E-84C9-05C2C657BDD5}"/>
              </a:ext>
            </a:extLst>
          </p:cNvPr>
          <p:cNvSpPr/>
          <p:nvPr/>
        </p:nvSpPr>
        <p:spPr>
          <a:xfrm>
            <a:off x="6800787" y="3017201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55FDEB-32D1-A040-8ED1-67D02E9EA589}"/>
              </a:ext>
            </a:extLst>
          </p:cNvPr>
          <p:cNvSpPr/>
          <p:nvPr/>
        </p:nvSpPr>
        <p:spPr>
          <a:xfrm>
            <a:off x="7549351" y="3017201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44F66F-D81F-7300-C0CF-0AB6FDB9A20E}"/>
              </a:ext>
            </a:extLst>
          </p:cNvPr>
          <p:cNvSpPr/>
          <p:nvPr/>
        </p:nvSpPr>
        <p:spPr>
          <a:xfrm>
            <a:off x="3461183" y="3017201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4F5FD-1450-2615-4546-2AC85162A7C4}"/>
              </a:ext>
            </a:extLst>
          </p:cNvPr>
          <p:cNvSpPr/>
          <p:nvPr/>
        </p:nvSpPr>
        <p:spPr>
          <a:xfrm>
            <a:off x="2598053" y="3017201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B58783-B9AF-C01A-979E-26C686DAF5BF}"/>
              </a:ext>
            </a:extLst>
          </p:cNvPr>
          <p:cNvSpPr/>
          <p:nvPr/>
        </p:nvSpPr>
        <p:spPr>
          <a:xfrm>
            <a:off x="1958744" y="3017201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822516-5F16-3D4F-1F09-884B920443E0}"/>
              </a:ext>
            </a:extLst>
          </p:cNvPr>
          <p:cNvSpPr/>
          <p:nvPr/>
        </p:nvSpPr>
        <p:spPr>
          <a:xfrm>
            <a:off x="1319443" y="3017201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7AD27-752E-CA19-1085-9F65453B2DA0}"/>
              </a:ext>
            </a:extLst>
          </p:cNvPr>
          <p:cNvSpPr/>
          <p:nvPr/>
        </p:nvSpPr>
        <p:spPr>
          <a:xfrm>
            <a:off x="680144" y="3017201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C3FAC6-7097-F089-D23B-18A97AB75A95}"/>
              </a:ext>
            </a:extLst>
          </p:cNvPr>
          <p:cNvSpPr/>
          <p:nvPr/>
        </p:nvSpPr>
        <p:spPr>
          <a:xfrm>
            <a:off x="4928794" y="968291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4F90B-C855-9FF8-B2A8-8544535AF743}"/>
              </a:ext>
            </a:extLst>
          </p:cNvPr>
          <p:cNvSpPr/>
          <p:nvPr/>
        </p:nvSpPr>
        <p:spPr>
          <a:xfrm>
            <a:off x="6095997" y="968290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0C1CB-0CFF-8500-985F-43283FB92074}"/>
              </a:ext>
            </a:extLst>
          </p:cNvPr>
          <p:cNvSpPr/>
          <p:nvPr/>
        </p:nvSpPr>
        <p:spPr>
          <a:xfrm>
            <a:off x="6800785" y="968290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4B24D0-277A-315A-82C9-D6B1209D715A}"/>
              </a:ext>
            </a:extLst>
          </p:cNvPr>
          <p:cNvSpPr/>
          <p:nvPr/>
        </p:nvSpPr>
        <p:spPr>
          <a:xfrm>
            <a:off x="7549349" y="968290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65B77A-48A5-EC35-9D9C-2A4B6E814797}"/>
              </a:ext>
            </a:extLst>
          </p:cNvPr>
          <p:cNvSpPr/>
          <p:nvPr/>
        </p:nvSpPr>
        <p:spPr>
          <a:xfrm>
            <a:off x="3461181" y="968290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692E21-8D61-DCAE-07F8-653825B5E2FA}"/>
              </a:ext>
            </a:extLst>
          </p:cNvPr>
          <p:cNvSpPr/>
          <p:nvPr/>
        </p:nvSpPr>
        <p:spPr>
          <a:xfrm>
            <a:off x="2598051" y="968290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A4EC30-41A4-9B7D-9304-D7016FE502F1}"/>
              </a:ext>
            </a:extLst>
          </p:cNvPr>
          <p:cNvSpPr/>
          <p:nvPr/>
        </p:nvSpPr>
        <p:spPr>
          <a:xfrm>
            <a:off x="1958742" y="968290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3B205-2019-583D-2B18-5BA68D526C02}"/>
              </a:ext>
            </a:extLst>
          </p:cNvPr>
          <p:cNvSpPr/>
          <p:nvPr/>
        </p:nvSpPr>
        <p:spPr>
          <a:xfrm>
            <a:off x="1319441" y="968290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7A33FA-55A0-0AC8-3AB3-A0A52FB72A94}"/>
              </a:ext>
            </a:extLst>
          </p:cNvPr>
          <p:cNvSpPr/>
          <p:nvPr/>
        </p:nvSpPr>
        <p:spPr>
          <a:xfrm>
            <a:off x="680144" y="2698690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38FDD2-CD76-7F53-38F2-76BAE69AE936}"/>
              </a:ext>
            </a:extLst>
          </p:cNvPr>
          <p:cNvGrpSpPr/>
          <p:nvPr/>
        </p:nvGrpSpPr>
        <p:grpSpPr>
          <a:xfrm>
            <a:off x="6095997" y="1289733"/>
            <a:ext cx="2223771" cy="158044"/>
            <a:chOff x="6324444" y="2078353"/>
            <a:chExt cx="2223771" cy="15804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8D383AB-F7C4-7A62-0711-B685AA65F2D6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76C1F9B-D1B3-AD87-E9AB-E34AF0393F40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EF371B-5742-D687-11A2-CCAF3BF353F0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7" name="Triangle 26">
            <a:extLst>
              <a:ext uri="{FF2B5EF4-FFF2-40B4-BE49-F238E27FC236}">
                <a16:creationId xmlns:a16="http://schemas.microsoft.com/office/drawing/2014/main" id="{9DF76F5C-A821-84EA-AE6B-8DCC0A391C8A}"/>
              </a:ext>
            </a:extLst>
          </p:cNvPr>
          <p:cNvSpPr/>
          <p:nvPr/>
        </p:nvSpPr>
        <p:spPr>
          <a:xfrm rot="5400000">
            <a:off x="815072" y="2623209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478A1C-0849-2311-20DE-155C0BFCD8D1}"/>
              </a:ext>
            </a:extLst>
          </p:cNvPr>
          <p:cNvCxnSpPr>
            <a:cxnSpLocks/>
          </p:cNvCxnSpPr>
          <p:nvPr/>
        </p:nvCxnSpPr>
        <p:spPr>
          <a:xfrm>
            <a:off x="1441790" y="2896181"/>
            <a:ext cx="685608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riangle 29">
            <a:extLst>
              <a:ext uri="{FF2B5EF4-FFF2-40B4-BE49-F238E27FC236}">
                <a16:creationId xmlns:a16="http://schemas.microsoft.com/office/drawing/2014/main" id="{F3E215AB-C864-9C8C-91BD-5F820D01E078}"/>
              </a:ext>
            </a:extLst>
          </p:cNvPr>
          <p:cNvSpPr/>
          <p:nvPr/>
        </p:nvSpPr>
        <p:spPr>
          <a:xfrm rot="16200000">
            <a:off x="7675757" y="932678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E917BEB-555F-67B1-5993-05F49829D2A7}"/>
              </a:ext>
            </a:extLst>
          </p:cNvPr>
          <p:cNvCxnSpPr>
            <a:cxnSpLocks/>
            <a:stCxn id="30" idx="0"/>
          </p:cNvCxnSpPr>
          <p:nvPr/>
        </p:nvCxnSpPr>
        <p:spPr>
          <a:xfrm flipH="1">
            <a:off x="680144" y="1214985"/>
            <a:ext cx="6983035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64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1470C407-44FB-E43B-60F4-D3E438AD80B8}"/>
              </a:ext>
            </a:extLst>
          </p:cNvPr>
          <p:cNvSpPr/>
          <p:nvPr/>
        </p:nvSpPr>
        <p:spPr>
          <a:xfrm>
            <a:off x="7086597" y="4873041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660E9C-6E25-28AC-2AA3-BA557C1B6556}"/>
              </a:ext>
            </a:extLst>
          </p:cNvPr>
          <p:cNvSpPr/>
          <p:nvPr/>
        </p:nvSpPr>
        <p:spPr>
          <a:xfrm>
            <a:off x="5919395" y="2048373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13FAD-B2C0-B38F-8C8D-A462BD7F2B92}"/>
              </a:ext>
            </a:extLst>
          </p:cNvPr>
          <p:cNvSpPr/>
          <p:nvPr/>
        </p:nvSpPr>
        <p:spPr>
          <a:xfrm>
            <a:off x="7086598" y="2048372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3698C-7309-FF16-ACA1-719C421993B7}"/>
              </a:ext>
            </a:extLst>
          </p:cNvPr>
          <p:cNvSpPr/>
          <p:nvPr/>
        </p:nvSpPr>
        <p:spPr>
          <a:xfrm>
            <a:off x="7791386" y="2048372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18A1E-A115-BD9A-FF82-41E7E4CACC26}"/>
              </a:ext>
            </a:extLst>
          </p:cNvPr>
          <p:cNvSpPr/>
          <p:nvPr/>
        </p:nvSpPr>
        <p:spPr>
          <a:xfrm>
            <a:off x="8539950" y="2048372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68D2DF-73BB-1B3E-FCAC-18AB959E080D}"/>
              </a:ext>
            </a:extLst>
          </p:cNvPr>
          <p:cNvSpPr/>
          <p:nvPr/>
        </p:nvSpPr>
        <p:spPr>
          <a:xfrm>
            <a:off x="4451782" y="2048372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BF9679-A0AE-7E7F-FE74-42641FD41426}"/>
              </a:ext>
            </a:extLst>
          </p:cNvPr>
          <p:cNvSpPr/>
          <p:nvPr/>
        </p:nvSpPr>
        <p:spPr>
          <a:xfrm>
            <a:off x="3588652" y="2048372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1A2384-96F2-C8D6-6CB7-DC8ED4572B94}"/>
              </a:ext>
            </a:extLst>
          </p:cNvPr>
          <p:cNvSpPr/>
          <p:nvPr/>
        </p:nvSpPr>
        <p:spPr>
          <a:xfrm>
            <a:off x="2949343" y="2048372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532CCB-50AF-D00D-1AB5-0BBC16750F1F}"/>
              </a:ext>
            </a:extLst>
          </p:cNvPr>
          <p:cNvSpPr/>
          <p:nvPr/>
        </p:nvSpPr>
        <p:spPr>
          <a:xfrm>
            <a:off x="2310042" y="2048372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2AE14-2DDF-86EB-8246-6EE5486FA64E}"/>
              </a:ext>
            </a:extLst>
          </p:cNvPr>
          <p:cNvSpPr/>
          <p:nvPr/>
        </p:nvSpPr>
        <p:spPr>
          <a:xfrm>
            <a:off x="1670743" y="2048372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EBCC63-7868-C50D-DB42-B5031716BF51}"/>
              </a:ext>
            </a:extLst>
          </p:cNvPr>
          <p:cNvSpPr/>
          <p:nvPr/>
        </p:nvSpPr>
        <p:spPr>
          <a:xfrm>
            <a:off x="5919395" y="1756876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0A8F7A-9BE5-6795-A41D-D6854387FE2E}"/>
              </a:ext>
            </a:extLst>
          </p:cNvPr>
          <p:cNvSpPr/>
          <p:nvPr/>
        </p:nvSpPr>
        <p:spPr>
          <a:xfrm>
            <a:off x="7086598" y="1756875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0E81E4-C8E8-BBD5-D486-44B68BB66689}"/>
              </a:ext>
            </a:extLst>
          </p:cNvPr>
          <p:cNvSpPr/>
          <p:nvPr/>
        </p:nvSpPr>
        <p:spPr>
          <a:xfrm>
            <a:off x="7791386" y="1756875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BB02D3-7DC2-BBCA-18AE-5791C023D98D}"/>
              </a:ext>
            </a:extLst>
          </p:cNvPr>
          <p:cNvSpPr/>
          <p:nvPr/>
        </p:nvSpPr>
        <p:spPr>
          <a:xfrm>
            <a:off x="8539950" y="1756875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88B46C-4343-0B98-D1C5-9C5EC028A754}"/>
              </a:ext>
            </a:extLst>
          </p:cNvPr>
          <p:cNvSpPr/>
          <p:nvPr/>
        </p:nvSpPr>
        <p:spPr>
          <a:xfrm>
            <a:off x="4451782" y="1756875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D07FED-6B11-686A-E826-4B5F79A58F98}"/>
              </a:ext>
            </a:extLst>
          </p:cNvPr>
          <p:cNvSpPr/>
          <p:nvPr/>
        </p:nvSpPr>
        <p:spPr>
          <a:xfrm>
            <a:off x="3588652" y="1756875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9B703F-BCA1-AECD-83B2-F26AA222D64E}"/>
              </a:ext>
            </a:extLst>
          </p:cNvPr>
          <p:cNvSpPr/>
          <p:nvPr/>
        </p:nvSpPr>
        <p:spPr>
          <a:xfrm>
            <a:off x="2949343" y="1756875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76D769-3E97-8BFB-7D34-F9DE1C888F44}"/>
              </a:ext>
            </a:extLst>
          </p:cNvPr>
          <p:cNvSpPr/>
          <p:nvPr/>
        </p:nvSpPr>
        <p:spPr>
          <a:xfrm>
            <a:off x="2310042" y="1756875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D72A2B-0470-2E0C-A467-DBD61FC745F5}"/>
              </a:ext>
            </a:extLst>
          </p:cNvPr>
          <p:cNvSpPr/>
          <p:nvPr/>
        </p:nvSpPr>
        <p:spPr>
          <a:xfrm>
            <a:off x="1670743" y="1756875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726DDD-DA59-ED7F-DCB6-FD24E3D000D0}"/>
              </a:ext>
            </a:extLst>
          </p:cNvPr>
          <p:cNvCxnSpPr>
            <a:cxnSpLocks/>
          </p:cNvCxnSpPr>
          <p:nvPr/>
        </p:nvCxnSpPr>
        <p:spPr>
          <a:xfrm>
            <a:off x="1988697" y="2206416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F9116C-347F-A707-9FCC-41CFDC644D21}"/>
              </a:ext>
            </a:extLst>
          </p:cNvPr>
          <p:cNvSpPr txBox="1"/>
          <p:nvPr/>
        </p:nvSpPr>
        <p:spPr>
          <a:xfrm>
            <a:off x="1437071" y="2652731"/>
            <a:ext cx="110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P5 region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601865-E98A-F343-D5A9-903D6D81FDAA}"/>
              </a:ext>
            </a:extLst>
          </p:cNvPr>
          <p:cNvCxnSpPr>
            <a:cxnSpLocks/>
          </p:cNvCxnSpPr>
          <p:nvPr/>
        </p:nvCxnSpPr>
        <p:spPr>
          <a:xfrm>
            <a:off x="3294983" y="2206416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BD2B36-6758-F667-56C5-D0D40FC4EADD}"/>
              </a:ext>
            </a:extLst>
          </p:cNvPr>
          <p:cNvCxnSpPr>
            <a:cxnSpLocks/>
          </p:cNvCxnSpPr>
          <p:nvPr/>
        </p:nvCxnSpPr>
        <p:spPr>
          <a:xfrm flipV="1">
            <a:off x="2649178" y="1322412"/>
            <a:ext cx="0" cy="434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27C00EF-ED35-11EB-D105-E96B8D5B5C16}"/>
              </a:ext>
            </a:extLst>
          </p:cNvPr>
          <p:cNvCxnSpPr>
            <a:cxnSpLocks/>
          </p:cNvCxnSpPr>
          <p:nvPr/>
        </p:nvCxnSpPr>
        <p:spPr>
          <a:xfrm flipV="1">
            <a:off x="4020219" y="1311042"/>
            <a:ext cx="0" cy="434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4A10F48-728F-914F-2498-0E007A7AC6E4}"/>
              </a:ext>
            </a:extLst>
          </p:cNvPr>
          <p:cNvSpPr txBox="1"/>
          <p:nvPr/>
        </p:nvSpPr>
        <p:spPr>
          <a:xfrm>
            <a:off x="3174504" y="676081"/>
            <a:ext cx="169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R1 primer binding region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F945CE5-821D-37F3-831B-506D7E6770CB}"/>
              </a:ext>
            </a:extLst>
          </p:cNvPr>
          <p:cNvSpPr txBox="1"/>
          <p:nvPr/>
        </p:nvSpPr>
        <p:spPr>
          <a:xfrm>
            <a:off x="2034519" y="664229"/>
            <a:ext cx="130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index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EAF176-8AF3-9234-2A5E-1A19BAD7313B}"/>
              </a:ext>
            </a:extLst>
          </p:cNvPr>
          <p:cNvSpPr txBox="1"/>
          <p:nvPr/>
        </p:nvSpPr>
        <p:spPr>
          <a:xfrm>
            <a:off x="3027794" y="2652731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UMI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EC9D35D-735F-A6A9-C2FF-86BA9FBA7541}"/>
              </a:ext>
            </a:extLst>
          </p:cNvPr>
          <p:cNvCxnSpPr>
            <a:cxnSpLocks/>
          </p:cNvCxnSpPr>
          <p:nvPr/>
        </p:nvCxnSpPr>
        <p:spPr>
          <a:xfrm>
            <a:off x="5185586" y="2206416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5E0A26E-CF87-30D9-6E8F-2DB16B1EDA01}"/>
              </a:ext>
            </a:extLst>
          </p:cNvPr>
          <p:cNvSpPr txBox="1"/>
          <p:nvPr/>
        </p:nvSpPr>
        <p:spPr>
          <a:xfrm>
            <a:off x="4325414" y="2652731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DNA sequence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6764425-3969-8AB8-C69C-F7ECC9AD3B34}"/>
              </a:ext>
            </a:extLst>
          </p:cNvPr>
          <p:cNvCxnSpPr>
            <a:cxnSpLocks/>
          </p:cNvCxnSpPr>
          <p:nvPr/>
        </p:nvCxnSpPr>
        <p:spPr>
          <a:xfrm flipV="1">
            <a:off x="6502996" y="1311041"/>
            <a:ext cx="0" cy="434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D6B561-B01B-701B-D79D-324402FC8AAB}"/>
              </a:ext>
            </a:extLst>
          </p:cNvPr>
          <p:cNvCxnSpPr>
            <a:cxnSpLocks/>
          </p:cNvCxnSpPr>
          <p:nvPr/>
        </p:nvCxnSpPr>
        <p:spPr>
          <a:xfrm flipV="1">
            <a:off x="8176595" y="1311041"/>
            <a:ext cx="0" cy="434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94C1927-0A8A-D7EF-68B5-855567E840A2}"/>
              </a:ext>
            </a:extLst>
          </p:cNvPr>
          <p:cNvSpPr txBox="1"/>
          <p:nvPr/>
        </p:nvSpPr>
        <p:spPr>
          <a:xfrm>
            <a:off x="5866091" y="968023"/>
            <a:ext cx="127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dsODN</a:t>
            </a:r>
            <a:r>
              <a:rPr lang="en-US" dirty="0"/>
              <a:t> tag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149E438-DEC0-4031-8C1C-84981A4CB9D1}"/>
              </a:ext>
            </a:extLst>
          </p:cNvPr>
          <p:cNvCxnSpPr>
            <a:cxnSpLocks/>
          </p:cNvCxnSpPr>
          <p:nvPr/>
        </p:nvCxnSpPr>
        <p:spPr>
          <a:xfrm>
            <a:off x="7471807" y="2206416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EB7C4D1-8C1B-48E5-8627-73AB22EDDB32}"/>
              </a:ext>
            </a:extLst>
          </p:cNvPr>
          <p:cNvCxnSpPr>
            <a:cxnSpLocks/>
          </p:cNvCxnSpPr>
          <p:nvPr/>
        </p:nvCxnSpPr>
        <p:spPr>
          <a:xfrm>
            <a:off x="8925159" y="2206416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BED17EE-D50A-7214-2F41-B554034E5FE5}"/>
              </a:ext>
            </a:extLst>
          </p:cNvPr>
          <p:cNvSpPr txBox="1"/>
          <p:nvPr/>
        </p:nvSpPr>
        <p:spPr>
          <a:xfrm>
            <a:off x="6588722" y="2625937"/>
            <a:ext cx="1691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R2 primer binding region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B856ED-4CC5-F4C0-F52A-B009114D037B}"/>
              </a:ext>
            </a:extLst>
          </p:cNvPr>
          <p:cNvSpPr txBox="1"/>
          <p:nvPr/>
        </p:nvSpPr>
        <p:spPr>
          <a:xfrm>
            <a:off x="7526505" y="727953"/>
            <a:ext cx="130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index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260173-99AE-D0ED-93BC-F25C2DD1BBBE}"/>
              </a:ext>
            </a:extLst>
          </p:cNvPr>
          <p:cNvSpPr txBox="1"/>
          <p:nvPr/>
        </p:nvSpPr>
        <p:spPr>
          <a:xfrm>
            <a:off x="8373533" y="2652731"/>
            <a:ext cx="1103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P7 region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7BD111B-0A0C-C7F9-C111-347729496A54}"/>
              </a:ext>
            </a:extLst>
          </p:cNvPr>
          <p:cNvSpPr/>
          <p:nvPr/>
        </p:nvSpPr>
        <p:spPr>
          <a:xfrm>
            <a:off x="5919394" y="5889978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0D44627-1902-BB23-1448-F58A20600C19}"/>
              </a:ext>
            </a:extLst>
          </p:cNvPr>
          <p:cNvSpPr/>
          <p:nvPr/>
        </p:nvSpPr>
        <p:spPr>
          <a:xfrm>
            <a:off x="7086597" y="5889977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CD8D503-B559-7C1E-D2A4-5F309BA72B27}"/>
              </a:ext>
            </a:extLst>
          </p:cNvPr>
          <p:cNvSpPr/>
          <p:nvPr/>
        </p:nvSpPr>
        <p:spPr>
          <a:xfrm>
            <a:off x="7791385" y="5889977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72E22E1-3A81-AA93-A8EC-3507C8121D8D}"/>
              </a:ext>
            </a:extLst>
          </p:cNvPr>
          <p:cNvSpPr/>
          <p:nvPr/>
        </p:nvSpPr>
        <p:spPr>
          <a:xfrm>
            <a:off x="8539949" y="5889977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2D7AB09-CAA7-592A-4FA9-67D86E28856A}"/>
              </a:ext>
            </a:extLst>
          </p:cNvPr>
          <p:cNvSpPr/>
          <p:nvPr/>
        </p:nvSpPr>
        <p:spPr>
          <a:xfrm>
            <a:off x="4451781" y="5889977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A1A8220-AF31-0422-6604-224AFA22C7B4}"/>
              </a:ext>
            </a:extLst>
          </p:cNvPr>
          <p:cNvSpPr/>
          <p:nvPr/>
        </p:nvSpPr>
        <p:spPr>
          <a:xfrm>
            <a:off x="3588651" y="5889977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524099E-D62A-06A8-B026-9FF74D665845}"/>
              </a:ext>
            </a:extLst>
          </p:cNvPr>
          <p:cNvSpPr/>
          <p:nvPr/>
        </p:nvSpPr>
        <p:spPr>
          <a:xfrm>
            <a:off x="2949342" y="5889977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44D2B8D-A84D-A1DA-678D-C79F8F721CB7}"/>
              </a:ext>
            </a:extLst>
          </p:cNvPr>
          <p:cNvSpPr/>
          <p:nvPr/>
        </p:nvSpPr>
        <p:spPr>
          <a:xfrm>
            <a:off x="2310041" y="5889977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5FAEB4C-DABC-B608-16A5-5B0976916F7A}"/>
              </a:ext>
            </a:extLst>
          </p:cNvPr>
          <p:cNvSpPr/>
          <p:nvPr/>
        </p:nvSpPr>
        <p:spPr>
          <a:xfrm>
            <a:off x="1670742" y="5889977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D8C766-4B43-D3DC-0923-F1D157071AB9}"/>
              </a:ext>
            </a:extLst>
          </p:cNvPr>
          <p:cNvSpPr/>
          <p:nvPr/>
        </p:nvSpPr>
        <p:spPr>
          <a:xfrm>
            <a:off x="5919394" y="4505749"/>
            <a:ext cx="1167203" cy="1580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6524FA7-4C16-422E-432D-E0D502159247}"/>
              </a:ext>
            </a:extLst>
          </p:cNvPr>
          <p:cNvSpPr/>
          <p:nvPr/>
        </p:nvSpPr>
        <p:spPr>
          <a:xfrm>
            <a:off x="7086597" y="4505748"/>
            <a:ext cx="770419" cy="15804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42829E-0F56-9716-75BA-DE32A887E1B8}"/>
              </a:ext>
            </a:extLst>
          </p:cNvPr>
          <p:cNvSpPr/>
          <p:nvPr/>
        </p:nvSpPr>
        <p:spPr>
          <a:xfrm>
            <a:off x="7791385" y="4505748"/>
            <a:ext cx="770419" cy="1580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E544175-05B4-9676-1AFA-9FB51C3905EE}"/>
              </a:ext>
            </a:extLst>
          </p:cNvPr>
          <p:cNvSpPr/>
          <p:nvPr/>
        </p:nvSpPr>
        <p:spPr>
          <a:xfrm>
            <a:off x="8539949" y="4505748"/>
            <a:ext cx="770419" cy="1580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76603E0-3171-744E-61CE-D24F4E71D810}"/>
              </a:ext>
            </a:extLst>
          </p:cNvPr>
          <p:cNvSpPr/>
          <p:nvPr/>
        </p:nvSpPr>
        <p:spPr>
          <a:xfrm>
            <a:off x="4451781" y="4505748"/>
            <a:ext cx="146760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9C7141E-D1F1-FBB8-0DF7-F6BED96B4768}"/>
              </a:ext>
            </a:extLst>
          </p:cNvPr>
          <p:cNvSpPr/>
          <p:nvPr/>
        </p:nvSpPr>
        <p:spPr>
          <a:xfrm>
            <a:off x="3588651" y="4505748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5EC0448-FB00-0452-9E0C-E058AA5FDEA0}"/>
              </a:ext>
            </a:extLst>
          </p:cNvPr>
          <p:cNvSpPr/>
          <p:nvPr/>
        </p:nvSpPr>
        <p:spPr>
          <a:xfrm>
            <a:off x="2949342" y="4505748"/>
            <a:ext cx="639307" cy="1580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E104BF4-06CD-D2B5-17C5-C1FAD2CCA095}"/>
              </a:ext>
            </a:extLst>
          </p:cNvPr>
          <p:cNvSpPr/>
          <p:nvPr/>
        </p:nvSpPr>
        <p:spPr>
          <a:xfrm>
            <a:off x="2310041" y="4505748"/>
            <a:ext cx="639307" cy="15804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384D99E-6E72-B8C0-CCED-F091708A72C3}"/>
              </a:ext>
            </a:extLst>
          </p:cNvPr>
          <p:cNvSpPr/>
          <p:nvPr/>
        </p:nvSpPr>
        <p:spPr>
          <a:xfrm>
            <a:off x="1670742" y="4505748"/>
            <a:ext cx="639297" cy="15804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2" name="Triangle 71">
            <a:extLst>
              <a:ext uri="{FF2B5EF4-FFF2-40B4-BE49-F238E27FC236}">
                <a16:creationId xmlns:a16="http://schemas.microsoft.com/office/drawing/2014/main" id="{467CC36A-EDB3-9868-367E-9F4DF2F1A62E}"/>
              </a:ext>
            </a:extLst>
          </p:cNvPr>
          <p:cNvSpPr/>
          <p:nvPr/>
        </p:nvSpPr>
        <p:spPr>
          <a:xfrm rot="16200000">
            <a:off x="7184741" y="4493169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0287251-E853-0C23-0A30-A7B97E2DEA77}"/>
              </a:ext>
            </a:extLst>
          </p:cNvPr>
          <p:cNvCxnSpPr>
            <a:cxnSpLocks/>
          </p:cNvCxnSpPr>
          <p:nvPr/>
        </p:nvCxnSpPr>
        <p:spPr>
          <a:xfrm flipH="1">
            <a:off x="4020218" y="4777039"/>
            <a:ext cx="31196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BD48A66-4933-5E1F-78AC-59045513AE4A}"/>
              </a:ext>
            </a:extLst>
          </p:cNvPr>
          <p:cNvSpPr txBox="1"/>
          <p:nvPr/>
        </p:nvSpPr>
        <p:spPr>
          <a:xfrm>
            <a:off x="9670729" y="4582731"/>
            <a:ext cx="94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 read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A26E0D6-CB3D-39F9-5751-B55027996E5A}"/>
              </a:ext>
            </a:extLst>
          </p:cNvPr>
          <p:cNvSpPr/>
          <p:nvPr/>
        </p:nvSpPr>
        <p:spPr>
          <a:xfrm>
            <a:off x="3611608" y="5618685"/>
            <a:ext cx="863134" cy="15804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9" name="Triangle 78">
            <a:extLst>
              <a:ext uri="{FF2B5EF4-FFF2-40B4-BE49-F238E27FC236}">
                <a16:creationId xmlns:a16="http://schemas.microsoft.com/office/drawing/2014/main" id="{1FE6BA32-8664-76AC-39E1-366B5D81424C}"/>
              </a:ext>
            </a:extLst>
          </p:cNvPr>
          <p:cNvSpPr/>
          <p:nvPr/>
        </p:nvSpPr>
        <p:spPr>
          <a:xfrm rot="5400000">
            <a:off x="3704129" y="5534380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9FEA4130-96CD-9DB4-14B7-E495D57ECD7C}"/>
              </a:ext>
            </a:extLst>
          </p:cNvPr>
          <p:cNvCxnSpPr>
            <a:cxnSpLocks/>
            <a:stCxn id="79" idx="0"/>
          </p:cNvCxnSpPr>
          <p:nvPr/>
        </p:nvCxnSpPr>
        <p:spPr>
          <a:xfrm>
            <a:off x="4256165" y="5816687"/>
            <a:ext cx="2268801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BBA1111-9963-880D-3A5E-CA65C6B80C3F}"/>
              </a:ext>
            </a:extLst>
          </p:cNvPr>
          <p:cNvSpPr txBox="1"/>
          <p:nvPr/>
        </p:nvSpPr>
        <p:spPr>
          <a:xfrm>
            <a:off x="9670729" y="5727420"/>
            <a:ext cx="94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 read</a:t>
            </a:r>
          </a:p>
        </p:txBody>
      </p:sp>
    </p:spTree>
    <p:extLst>
      <p:ext uri="{BB962C8B-B14F-4D97-AF65-F5344CB8AC3E}">
        <p14:creationId xmlns:p14="http://schemas.microsoft.com/office/powerpoint/2010/main" val="343441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A19455-7EFC-0AFF-6902-5FE4287E036D}"/>
              </a:ext>
            </a:extLst>
          </p:cNvPr>
          <p:cNvSpPr txBox="1"/>
          <p:nvPr/>
        </p:nvSpPr>
        <p:spPr>
          <a:xfrm>
            <a:off x="537615" y="489703"/>
            <a:ext cx="9825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R2 read is the one that starts with the </a:t>
            </a:r>
            <a:r>
              <a:rPr lang="en-US" dirty="0" err="1"/>
              <a:t>dsODN</a:t>
            </a:r>
            <a:r>
              <a:rPr lang="en-US" dirty="0"/>
              <a:t> tag. Thus, we can identify the integration base as the base immediately adjacent to the </a:t>
            </a:r>
            <a:r>
              <a:rPr lang="en-US" dirty="0" err="1"/>
              <a:t>dsODN</a:t>
            </a:r>
            <a:r>
              <a:rPr lang="en-US" dirty="0"/>
              <a:t> tag.</a:t>
            </a:r>
          </a:p>
        </p:txBody>
      </p:sp>
    </p:spTree>
    <p:extLst>
      <p:ext uri="{BB962C8B-B14F-4D97-AF65-F5344CB8AC3E}">
        <p14:creationId xmlns:p14="http://schemas.microsoft.com/office/powerpoint/2010/main" val="218538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487E10-EA09-AB14-A39B-84DD141DF140}"/>
              </a:ext>
            </a:extLst>
          </p:cNvPr>
          <p:cNvSpPr txBox="1"/>
          <p:nvPr/>
        </p:nvSpPr>
        <p:spPr>
          <a:xfrm>
            <a:off x="97971" y="315685"/>
            <a:ext cx="8398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Integration direction: the </a:t>
            </a:r>
            <a:r>
              <a:rPr lang="en-US" dirty="0" err="1"/>
              <a:t>dsODN</a:t>
            </a:r>
            <a:r>
              <a:rPr lang="en-US" dirty="0"/>
              <a:t> tag can integrate “</a:t>
            </a:r>
            <a:r>
              <a:rPr lang="en-US" dirty="0" err="1"/>
              <a:t>rightside</a:t>
            </a:r>
            <a:r>
              <a:rPr lang="en-US" dirty="0"/>
              <a:t>-up” or “upside-down”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B006B-A713-E4E7-3E72-18501CC69DE5}"/>
              </a:ext>
            </a:extLst>
          </p:cNvPr>
          <p:cNvSpPr/>
          <p:nvPr/>
        </p:nvSpPr>
        <p:spPr>
          <a:xfrm>
            <a:off x="2998678" y="1712316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BB61D-8094-53DE-7509-F76024CEA702}"/>
              </a:ext>
            </a:extLst>
          </p:cNvPr>
          <p:cNvSpPr/>
          <p:nvPr/>
        </p:nvSpPr>
        <p:spPr>
          <a:xfrm>
            <a:off x="2998678" y="3010907"/>
            <a:ext cx="1167203" cy="158044"/>
          </a:xfrm>
          <a:prstGeom prst="rect">
            <a:avLst/>
          </a:prstGeom>
          <a:solidFill>
            <a:srgbClr val="FF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06FF8-1E39-2D79-C7F1-C1921EEB4690}"/>
              </a:ext>
            </a:extLst>
          </p:cNvPr>
          <p:cNvSpPr/>
          <p:nvPr/>
        </p:nvSpPr>
        <p:spPr>
          <a:xfrm>
            <a:off x="4165881" y="1712316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80D5D-8B43-3B59-307F-ADA1E4E6655E}"/>
              </a:ext>
            </a:extLst>
          </p:cNvPr>
          <p:cNvSpPr/>
          <p:nvPr/>
        </p:nvSpPr>
        <p:spPr>
          <a:xfrm>
            <a:off x="4165881" y="3010907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09433D-6400-8D5D-6380-C0D905836ABA}"/>
              </a:ext>
            </a:extLst>
          </p:cNvPr>
          <p:cNvSpPr/>
          <p:nvPr/>
        </p:nvSpPr>
        <p:spPr>
          <a:xfrm>
            <a:off x="945931" y="1712316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FE285B-26FC-55B9-7CE7-BB2F46112D9B}"/>
              </a:ext>
            </a:extLst>
          </p:cNvPr>
          <p:cNvSpPr/>
          <p:nvPr/>
        </p:nvSpPr>
        <p:spPr>
          <a:xfrm>
            <a:off x="945929" y="3010907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002C08-EA36-5781-6979-A42BC0B21355}"/>
              </a:ext>
            </a:extLst>
          </p:cNvPr>
          <p:cNvSpPr/>
          <p:nvPr/>
        </p:nvSpPr>
        <p:spPr>
          <a:xfrm>
            <a:off x="2998676" y="2043391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385877-FD72-AFB1-138D-26C5B9F774DF}"/>
              </a:ext>
            </a:extLst>
          </p:cNvPr>
          <p:cNvCxnSpPr>
            <a:cxnSpLocks/>
          </p:cNvCxnSpPr>
          <p:nvPr/>
        </p:nvCxnSpPr>
        <p:spPr>
          <a:xfrm flipH="1">
            <a:off x="945929" y="1983608"/>
            <a:ext cx="254688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1C67BB-2421-CEC0-47C6-E57A22B3727F}"/>
              </a:ext>
            </a:extLst>
          </p:cNvPr>
          <p:cNvSpPr txBox="1"/>
          <p:nvPr/>
        </p:nvSpPr>
        <p:spPr>
          <a:xfrm>
            <a:off x="6831724" y="2201435"/>
            <a:ext cx="5279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Right-side-up: primer goes from </a:t>
            </a:r>
            <a:r>
              <a:rPr lang="en-US" dirty="0" err="1"/>
              <a:t>dsODN</a:t>
            </a:r>
            <a:r>
              <a:rPr lang="en-US" dirty="0"/>
              <a:t> tag to “left”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E8305B-3B97-6E54-CF58-F7C1B3661019}"/>
              </a:ext>
            </a:extLst>
          </p:cNvPr>
          <p:cNvSpPr/>
          <p:nvPr/>
        </p:nvSpPr>
        <p:spPr>
          <a:xfrm>
            <a:off x="2998675" y="6081054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CEBB81-1647-E3E6-02B2-A627CC87D252}"/>
              </a:ext>
            </a:extLst>
          </p:cNvPr>
          <p:cNvSpPr/>
          <p:nvPr/>
        </p:nvSpPr>
        <p:spPr>
          <a:xfrm>
            <a:off x="2998673" y="4782463"/>
            <a:ext cx="1167203" cy="158044"/>
          </a:xfrm>
          <a:prstGeom prst="rect">
            <a:avLst/>
          </a:prstGeom>
          <a:solidFill>
            <a:srgbClr val="FF0000">
              <a:alpha val="78039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9323BC-3046-3166-E37D-7A4FD1E5BD89}"/>
              </a:ext>
            </a:extLst>
          </p:cNvPr>
          <p:cNvSpPr/>
          <p:nvPr/>
        </p:nvSpPr>
        <p:spPr>
          <a:xfrm>
            <a:off x="4165880" y="4782463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241BF0-914B-88DE-4383-6EF74108A345}"/>
              </a:ext>
            </a:extLst>
          </p:cNvPr>
          <p:cNvSpPr/>
          <p:nvPr/>
        </p:nvSpPr>
        <p:spPr>
          <a:xfrm>
            <a:off x="4165880" y="6081054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723DA9-6459-E622-C812-252802A0C5DC}"/>
              </a:ext>
            </a:extLst>
          </p:cNvPr>
          <p:cNvSpPr/>
          <p:nvPr/>
        </p:nvSpPr>
        <p:spPr>
          <a:xfrm>
            <a:off x="945930" y="4782463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E0F615-7B8A-A067-93DB-0295300EFB2B}"/>
              </a:ext>
            </a:extLst>
          </p:cNvPr>
          <p:cNvSpPr/>
          <p:nvPr/>
        </p:nvSpPr>
        <p:spPr>
          <a:xfrm>
            <a:off x="945928" y="6081054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DBAE44-022E-1D6B-2A36-A98BA2142FBF}"/>
              </a:ext>
            </a:extLst>
          </p:cNvPr>
          <p:cNvSpPr/>
          <p:nvPr/>
        </p:nvSpPr>
        <p:spPr>
          <a:xfrm>
            <a:off x="2998673" y="5749979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65E94128-5F03-53CD-48F8-ADB601DC66D2}"/>
              </a:ext>
            </a:extLst>
          </p:cNvPr>
          <p:cNvSpPr/>
          <p:nvPr/>
        </p:nvSpPr>
        <p:spPr>
          <a:xfrm rot="5400000">
            <a:off x="3101396" y="5714158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62EAA2-ED6F-E86A-678E-28AF67EA01AC}"/>
              </a:ext>
            </a:extLst>
          </p:cNvPr>
          <p:cNvCxnSpPr>
            <a:cxnSpLocks/>
          </p:cNvCxnSpPr>
          <p:nvPr/>
        </p:nvCxnSpPr>
        <p:spPr>
          <a:xfrm>
            <a:off x="3681425" y="5996465"/>
            <a:ext cx="241457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B5D6727-0973-4088-CB88-1B98B64E1D12}"/>
              </a:ext>
            </a:extLst>
          </p:cNvPr>
          <p:cNvCxnSpPr/>
          <p:nvPr/>
        </p:nvCxnSpPr>
        <p:spPr>
          <a:xfrm>
            <a:off x="97971" y="1177159"/>
            <a:ext cx="12167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1D76D2E-5752-DDEC-1BAB-83048826913C}"/>
              </a:ext>
            </a:extLst>
          </p:cNvPr>
          <p:cNvCxnSpPr/>
          <p:nvPr/>
        </p:nvCxnSpPr>
        <p:spPr>
          <a:xfrm>
            <a:off x="12198" y="3967655"/>
            <a:ext cx="12167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ED3A7C3-BF0F-B3C2-BEB5-0207F0024576}"/>
              </a:ext>
            </a:extLst>
          </p:cNvPr>
          <p:cNvSpPr txBox="1"/>
          <p:nvPr/>
        </p:nvSpPr>
        <p:spPr>
          <a:xfrm>
            <a:off x="6726619" y="5380647"/>
            <a:ext cx="538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Upside-down: primer goes from </a:t>
            </a:r>
            <a:r>
              <a:rPr lang="en-US" dirty="0" err="1"/>
              <a:t>dsODN</a:t>
            </a:r>
            <a:r>
              <a:rPr lang="en-US" dirty="0"/>
              <a:t> tag to “right”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ACA2E4-1EC6-AC3D-37AC-8029ADDEB7A3}"/>
              </a:ext>
            </a:extLst>
          </p:cNvPr>
          <p:cNvSpPr txBox="1"/>
          <p:nvPr/>
        </p:nvSpPr>
        <p:spPr>
          <a:xfrm>
            <a:off x="610663" y="15986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DC94B9-EF60-0862-A1BA-2184517B9262}"/>
              </a:ext>
            </a:extLst>
          </p:cNvPr>
          <p:cNvSpPr txBox="1"/>
          <p:nvPr/>
        </p:nvSpPr>
        <p:spPr>
          <a:xfrm>
            <a:off x="647450" y="1793051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D12AD4D-68CD-E38D-92FF-6A59E1D98AD1}"/>
              </a:ext>
            </a:extLst>
          </p:cNvPr>
          <p:cNvSpPr txBox="1"/>
          <p:nvPr/>
        </p:nvSpPr>
        <p:spPr>
          <a:xfrm>
            <a:off x="602577" y="57338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2ED084-D9BD-8B0C-AF13-54E6347DF094}"/>
              </a:ext>
            </a:extLst>
          </p:cNvPr>
          <p:cNvSpPr txBox="1"/>
          <p:nvPr/>
        </p:nvSpPr>
        <p:spPr>
          <a:xfrm>
            <a:off x="631683" y="596050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C352695-991B-6C3E-813F-B5426FDD44AB}"/>
              </a:ext>
            </a:extLst>
          </p:cNvPr>
          <p:cNvGrpSpPr/>
          <p:nvPr/>
        </p:nvGrpSpPr>
        <p:grpSpPr>
          <a:xfrm rot="1087728">
            <a:off x="4096103" y="2385788"/>
            <a:ext cx="2223771" cy="158044"/>
            <a:chOff x="6324444" y="2078353"/>
            <a:chExt cx="2223771" cy="15804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F17A533-6DF9-16AC-3AF9-35F0EA417F26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F6F2D22-899B-DE01-DD36-EC6F33313831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F0F982C-2BA9-D75D-3384-80C049CCBB64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14" name="Triangle 13">
            <a:extLst>
              <a:ext uri="{FF2B5EF4-FFF2-40B4-BE49-F238E27FC236}">
                <a16:creationId xmlns:a16="http://schemas.microsoft.com/office/drawing/2014/main" id="{83EC683D-76F9-2C34-D701-2A6BDA9F95C7}"/>
              </a:ext>
            </a:extLst>
          </p:cNvPr>
          <p:cNvSpPr/>
          <p:nvPr/>
        </p:nvSpPr>
        <p:spPr>
          <a:xfrm rot="16200000">
            <a:off x="3540406" y="1709660"/>
            <a:ext cx="539458" cy="564614"/>
          </a:xfrm>
          <a:prstGeom prst="triangl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FF83AB0-49CA-B808-FCE4-24455F5ACA24}"/>
              </a:ext>
            </a:extLst>
          </p:cNvPr>
          <p:cNvGrpSpPr/>
          <p:nvPr/>
        </p:nvGrpSpPr>
        <p:grpSpPr>
          <a:xfrm rot="11659598">
            <a:off x="830335" y="5475369"/>
            <a:ext cx="2223771" cy="158044"/>
            <a:chOff x="6324444" y="2078353"/>
            <a:chExt cx="2223771" cy="158044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DCCA328-26CF-A45C-6BB3-2318391D0B85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90846BB-4B70-5294-58D6-88B00A41954A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B47B9A0-B343-C69F-D171-78AF947F4B37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9313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1A14A5-9C8E-A6E9-2E9E-0F20D207FF05}"/>
              </a:ext>
            </a:extLst>
          </p:cNvPr>
          <p:cNvSpPr txBox="1"/>
          <p:nvPr/>
        </p:nvSpPr>
        <p:spPr>
          <a:xfrm>
            <a:off x="531845" y="531845"/>
            <a:ext cx="666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During sequencing, the “top” strand is the one that is sequenced.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DEA063-B6B1-CD28-7512-3C89B9C5114F}"/>
              </a:ext>
            </a:extLst>
          </p:cNvPr>
          <p:cNvSpPr/>
          <p:nvPr/>
        </p:nvSpPr>
        <p:spPr>
          <a:xfrm>
            <a:off x="2998678" y="1712316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78C78D-B497-EB39-E9AC-B5F92329B36A}"/>
              </a:ext>
            </a:extLst>
          </p:cNvPr>
          <p:cNvSpPr/>
          <p:nvPr/>
        </p:nvSpPr>
        <p:spPr>
          <a:xfrm>
            <a:off x="945931" y="1712316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74AE3D-04CE-24B0-3906-49EA7EDE0664}"/>
              </a:ext>
            </a:extLst>
          </p:cNvPr>
          <p:cNvSpPr/>
          <p:nvPr/>
        </p:nvSpPr>
        <p:spPr>
          <a:xfrm>
            <a:off x="2998676" y="2043391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4E1431-FFA2-15A7-8CBB-0A085C17C65D}"/>
              </a:ext>
            </a:extLst>
          </p:cNvPr>
          <p:cNvSpPr txBox="1"/>
          <p:nvPr/>
        </p:nvSpPr>
        <p:spPr>
          <a:xfrm>
            <a:off x="610663" y="159861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3AEA9-BB21-BC73-9684-B34327C72A69}"/>
              </a:ext>
            </a:extLst>
          </p:cNvPr>
          <p:cNvSpPr txBox="1"/>
          <p:nvPr/>
        </p:nvSpPr>
        <p:spPr>
          <a:xfrm>
            <a:off x="631728" y="1870360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E7FF16-0F6D-2389-BF46-ED77E9D0B8C2}"/>
              </a:ext>
            </a:extLst>
          </p:cNvPr>
          <p:cNvGrpSpPr/>
          <p:nvPr/>
        </p:nvGrpSpPr>
        <p:grpSpPr>
          <a:xfrm>
            <a:off x="4165882" y="2043391"/>
            <a:ext cx="2223771" cy="158044"/>
            <a:chOff x="6324444" y="2078353"/>
            <a:chExt cx="2223771" cy="15804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C999D5-CA48-87C1-927C-0CD3D79DE4BE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B05FFD-FC3B-7FFC-31CE-0A29B282B0D9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B8512C-860B-DCFF-3048-7568479B45F5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AD7CB18-9EE7-BE4C-43A4-AA4D1F55398B}"/>
              </a:ext>
            </a:extLst>
          </p:cNvPr>
          <p:cNvSpPr/>
          <p:nvPr/>
        </p:nvSpPr>
        <p:spPr>
          <a:xfrm>
            <a:off x="945931" y="2043391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69DCC3-37D9-DD7A-F115-931C04BA1381}"/>
              </a:ext>
            </a:extLst>
          </p:cNvPr>
          <p:cNvSpPr txBox="1"/>
          <p:nvPr/>
        </p:nvSpPr>
        <p:spPr>
          <a:xfrm>
            <a:off x="7679094" y="1674059"/>
            <a:ext cx="28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“Right-side-up integration”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8119D-793A-40E6-000F-ED7B1212CCE5}"/>
              </a:ext>
            </a:extLst>
          </p:cNvPr>
          <p:cNvSpPr/>
          <p:nvPr/>
        </p:nvSpPr>
        <p:spPr>
          <a:xfrm>
            <a:off x="2429508" y="3970266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B48207-78A8-5549-8B3C-2B750F32BAF7}"/>
              </a:ext>
            </a:extLst>
          </p:cNvPr>
          <p:cNvSpPr/>
          <p:nvPr/>
        </p:nvSpPr>
        <p:spPr>
          <a:xfrm>
            <a:off x="3596713" y="3970266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8FA1A7-8197-BB96-D9DE-16C1C0072788}"/>
              </a:ext>
            </a:extLst>
          </p:cNvPr>
          <p:cNvSpPr/>
          <p:nvPr/>
        </p:nvSpPr>
        <p:spPr>
          <a:xfrm>
            <a:off x="2429506" y="3639191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7D0C70-F818-4AB8-F0B7-29EA9F4975D5}"/>
              </a:ext>
            </a:extLst>
          </p:cNvPr>
          <p:cNvGrpSpPr/>
          <p:nvPr/>
        </p:nvGrpSpPr>
        <p:grpSpPr>
          <a:xfrm rot="10800000">
            <a:off x="203499" y="3639191"/>
            <a:ext cx="2223771" cy="158044"/>
            <a:chOff x="6324444" y="2078353"/>
            <a:chExt cx="2223771" cy="158044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39BAA55-2CFC-9110-6ED7-026297FF21FC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B9380B5-D1BE-3795-0D72-39850F014FCB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8940F0-71DD-65F5-84BF-18B7374D5011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D022FE3-ED90-CB0F-3E23-8D661E868F8A}"/>
              </a:ext>
            </a:extLst>
          </p:cNvPr>
          <p:cNvSpPr/>
          <p:nvPr/>
        </p:nvSpPr>
        <p:spPr>
          <a:xfrm>
            <a:off x="3596712" y="3639191"/>
            <a:ext cx="1930119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511EC0-4D18-A5AB-8D62-091ECAF7D59F}"/>
              </a:ext>
            </a:extLst>
          </p:cNvPr>
          <p:cNvSpPr txBox="1"/>
          <p:nvPr/>
        </p:nvSpPr>
        <p:spPr>
          <a:xfrm>
            <a:off x="5688879" y="3864622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40F462-E846-1B1E-CA09-6B8F66260085}"/>
              </a:ext>
            </a:extLst>
          </p:cNvPr>
          <p:cNvSpPr txBox="1"/>
          <p:nvPr/>
        </p:nvSpPr>
        <p:spPr>
          <a:xfrm>
            <a:off x="5666437" y="353354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0B4A9E-F522-23C7-66AB-BB9698D32E63}"/>
              </a:ext>
            </a:extLst>
          </p:cNvPr>
          <p:cNvCxnSpPr/>
          <p:nvPr/>
        </p:nvCxnSpPr>
        <p:spPr>
          <a:xfrm>
            <a:off x="0" y="2624046"/>
            <a:ext cx="1216760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895172-AD56-3BC3-B0F9-1D3435B0D738}"/>
              </a:ext>
            </a:extLst>
          </p:cNvPr>
          <p:cNvCxnSpPr/>
          <p:nvPr/>
        </p:nvCxnSpPr>
        <p:spPr>
          <a:xfrm>
            <a:off x="3079102" y="4441371"/>
            <a:ext cx="0" cy="690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FDD429-10C1-77E8-5DCF-45BD5E3C65C9}"/>
                  </a:ext>
                </a:extLst>
              </p:cNvPr>
              <p:cNvSpPr txBox="1"/>
              <p:nvPr/>
            </p:nvSpPr>
            <p:spPr>
              <a:xfrm>
                <a:off x="2429506" y="4601938"/>
                <a:ext cx="136037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Rotate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DFDD429-10C1-77E8-5DCF-45BD5E3C6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506" y="4601938"/>
                <a:ext cx="1360372" cy="369332"/>
              </a:xfrm>
              <a:prstGeom prst="rect">
                <a:avLst/>
              </a:prstGeom>
              <a:blipFill>
                <a:blip r:embed="rId2"/>
                <a:stretch>
                  <a:fillRect l="-3704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C67787E3-C9AA-C8CF-A984-4A3FFA665B3A}"/>
              </a:ext>
            </a:extLst>
          </p:cNvPr>
          <p:cNvSpPr/>
          <p:nvPr/>
        </p:nvSpPr>
        <p:spPr>
          <a:xfrm>
            <a:off x="2429508" y="5526443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F1D37D-4E98-47DA-4F64-F7A08CD64A04}"/>
              </a:ext>
            </a:extLst>
          </p:cNvPr>
          <p:cNvSpPr/>
          <p:nvPr/>
        </p:nvSpPr>
        <p:spPr>
          <a:xfrm>
            <a:off x="376761" y="5526443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30AB57D-A9B0-1966-1FCD-E6855C29BBA0}"/>
              </a:ext>
            </a:extLst>
          </p:cNvPr>
          <p:cNvSpPr/>
          <p:nvPr/>
        </p:nvSpPr>
        <p:spPr>
          <a:xfrm>
            <a:off x="2429506" y="5857518"/>
            <a:ext cx="1167206" cy="1580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90497A-F3F8-B6C4-F628-1722CA78CC3F}"/>
              </a:ext>
            </a:extLst>
          </p:cNvPr>
          <p:cNvSpPr txBox="1"/>
          <p:nvPr/>
        </p:nvSpPr>
        <p:spPr>
          <a:xfrm>
            <a:off x="40119" y="575187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252614-62DC-CA0F-A050-E8CB05B658B9}"/>
              </a:ext>
            </a:extLst>
          </p:cNvPr>
          <p:cNvSpPr txBox="1"/>
          <p:nvPr/>
        </p:nvSpPr>
        <p:spPr>
          <a:xfrm>
            <a:off x="71093" y="5385263"/>
            <a:ext cx="263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57B709E-8951-F592-5043-81EFAD5C61B7}"/>
              </a:ext>
            </a:extLst>
          </p:cNvPr>
          <p:cNvGrpSpPr/>
          <p:nvPr/>
        </p:nvGrpSpPr>
        <p:grpSpPr>
          <a:xfrm>
            <a:off x="3596712" y="5857518"/>
            <a:ext cx="2223771" cy="158044"/>
            <a:chOff x="6324444" y="2078353"/>
            <a:chExt cx="2223771" cy="15804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447921F-DCB6-1543-0CEF-8AB150ECDE08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8F75CE8-6730-B50C-F50D-6F95F0E0A46F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F5EC011-6375-165D-607E-FE48303CF1B3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60AE4612-D7AE-D700-855C-888DEFB12000}"/>
              </a:ext>
            </a:extLst>
          </p:cNvPr>
          <p:cNvSpPr/>
          <p:nvPr/>
        </p:nvSpPr>
        <p:spPr>
          <a:xfrm>
            <a:off x="376761" y="5857518"/>
            <a:ext cx="2052745" cy="15804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9FB3774-D6C2-3BC6-E2DC-95DC25398A45}"/>
              </a:ext>
            </a:extLst>
          </p:cNvPr>
          <p:cNvGrpSpPr/>
          <p:nvPr/>
        </p:nvGrpSpPr>
        <p:grpSpPr>
          <a:xfrm>
            <a:off x="4165882" y="1712316"/>
            <a:ext cx="2223771" cy="158044"/>
            <a:chOff x="6324444" y="2078353"/>
            <a:chExt cx="2223771" cy="15804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82D11CE-6759-A544-F4B7-F904E120A9F2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8BAC1DC-B94D-4747-7AF8-92ADA5A45694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E2E36C1-C758-01F5-39C8-16DFC24F1D8B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65B6C0C-D1D3-1443-DA9E-39F66075041D}"/>
              </a:ext>
            </a:extLst>
          </p:cNvPr>
          <p:cNvGrpSpPr/>
          <p:nvPr/>
        </p:nvGrpSpPr>
        <p:grpSpPr>
          <a:xfrm rot="10800000">
            <a:off x="203499" y="3970266"/>
            <a:ext cx="2223771" cy="158044"/>
            <a:chOff x="6324444" y="2078353"/>
            <a:chExt cx="2223771" cy="15804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F2FC91D-B952-10F0-AC50-A44A3CE1DE65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7995A8E-3195-D294-6A1B-0F3A152075BB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DE15390-C08E-91D3-3F0E-083327520576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F956970-E505-D4C0-191B-6A54F9573D73}"/>
              </a:ext>
            </a:extLst>
          </p:cNvPr>
          <p:cNvGrpSpPr/>
          <p:nvPr/>
        </p:nvGrpSpPr>
        <p:grpSpPr>
          <a:xfrm>
            <a:off x="3596712" y="5526443"/>
            <a:ext cx="2223771" cy="158044"/>
            <a:chOff x="6324444" y="2078353"/>
            <a:chExt cx="2223771" cy="158044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B347BFD-E585-A765-7008-87BD9A5C848C}"/>
                </a:ext>
              </a:extLst>
            </p:cNvPr>
            <p:cNvSpPr/>
            <p:nvPr/>
          </p:nvSpPr>
          <p:spPr>
            <a:xfrm>
              <a:off x="6324444" y="2078353"/>
              <a:ext cx="770419" cy="15804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4A24D9B-2778-EF98-222C-EDD18C6C6114}"/>
                </a:ext>
              </a:extLst>
            </p:cNvPr>
            <p:cNvSpPr/>
            <p:nvPr/>
          </p:nvSpPr>
          <p:spPr>
            <a:xfrm>
              <a:off x="7029232" y="2078353"/>
              <a:ext cx="770419" cy="158044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DAE7F02-3C38-937D-2CF8-68721B2A9AC1}"/>
                </a:ext>
              </a:extLst>
            </p:cNvPr>
            <p:cNvSpPr/>
            <p:nvPr/>
          </p:nvSpPr>
          <p:spPr>
            <a:xfrm>
              <a:off x="7777796" y="2078353"/>
              <a:ext cx="770419" cy="15804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7E65A37-6EF3-5785-8B8B-48761734AF3F}"/>
              </a:ext>
            </a:extLst>
          </p:cNvPr>
          <p:cNvSpPr txBox="1"/>
          <p:nvPr/>
        </p:nvSpPr>
        <p:spPr>
          <a:xfrm>
            <a:off x="7621906" y="3098671"/>
            <a:ext cx="3058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top strand from primer binding region (green) through </a:t>
            </a:r>
            <a:r>
              <a:rPr lang="en-US" dirty="0" err="1"/>
              <a:t>dsODN</a:t>
            </a:r>
            <a:r>
              <a:rPr lang="en-US" dirty="0"/>
              <a:t> tag (red). For “right-side-up” integration, the top strand is the plus strand, whereas for “bottom-side-up” integration, the top strand is the minus strand.</a:t>
            </a:r>
          </a:p>
        </p:txBody>
      </p:sp>
    </p:spTree>
    <p:extLst>
      <p:ext uri="{BB962C8B-B14F-4D97-AF65-F5344CB8AC3E}">
        <p14:creationId xmlns:p14="http://schemas.microsoft.com/office/powerpoint/2010/main" val="3706362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79DFFB-6A02-268A-89D6-60F26273F08E}"/>
              </a:ext>
            </a:extLst>
          </p:cNvPr>
          <p:cNvSpPr/>
          <p:nvPr/>
        </p:nvSpPr>
        <p:spPr>
          <a:xfrm>
            <a:off x="3588650" y="1756874"/>
            <a:ext cx="1167203" cy="3294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344E0-E61A-D10E-6DFD-3049BA468CF7}"/>
              </a:ext>
            </a:extLst>
          </p:cNvPr>
          <p:cNvSpPr/>
          <p:nvPr/>
        </p:nvSpPr>
        <p:spPr>
          <a:xfrm>
            <a:off x="4755853" y="1756874"/>
            <a:ext cx="770419" cy="3294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16D7E-8F2A-941D-FF53-AF57BA120519}"/>
              </a:ext>
            </a:extLst>
          </p:cNvPr>
          <p:cNvSpPr/>
          <p:nvPr/>
        </p:nvSpPr>
        <p:spPr>
          <a:xfrm>
            <a:off x="5526272" y="1756874"/>
            <a:ext cx="770419" cy="3294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F491DB-8130-953D-75A0-2DCF88EE4FFD}"/>
              </a:ext>
            </a:extLst>
          </p:cNvPr>
          <p:cNvSpPr/>
          <p:nvPr/>
        </p:nvSpPr>
        <p:spPr>
          <a:xfrm>
            <a:off x="2949343" y="1756874"/>
            <a:ext cx="639307" cy="32942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E5C09D-6C04-C6E3-B010-FE013E856AC8}"/>
              </a:ext>
            </a:extLst>
          </p:cNvPr>
          <p:cNvSpPr/>
          <p:nvPr/>
        </p:nvSpPr>
        <p:spPr>
          <a:xfrm>
            <a:off x="2310044" y="1756874"/>
            <a:ext cx="639297" cy="32942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A6F8E0-4842-55B3-054D-53B57B1CD838}"/>
              </a:ext>
            </a:extLst>
          </p:cNvPr>
          <p:cNvCxnSpPr>
            <a:cxnSpLocks/>
          </p:cNvCxnSpPr>
          <p:nvPr/>
        </p:nvCxnSpPr>
        <p:spPr>
          <a:xfrm>
            <a:off x="2682094" y="2102781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B2B9DDA-51F5-637D-4BF7-059002B1DC45}"/>
              </a:ext>
            </a:extLst>
          </p:cNvPr>
          <p:cNvCxnSpPr>
            <a:cxnSpLocks/>
          </p:cNvCxnSpPr>
          <p:nvPr/>
        </p:nvCxnSpPr>
        <p:spPr>
          <a:xfrm>
            <a:off x="4241705" y="2102781"/>
            <a:ext cx="0" cy="8156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8CB771-30B4-E2C5-CA49-F61464FE0F83}"/>
              </a:ext>
            </a:extLst>
          </p:cNvPr>
          <p:cNvCxnSpPr>
            <a:cxnSpLocks/>
          </p:cNvCxnSpPr>
          <p:nvPr/>
        </p:nvCxnSpPr>
        <p:spPr>
          <a:xfrm>
            <a:off x="5963361" y="2102781"/>
            <a:ext cx="0" cy="4463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5D5FF1-C462-E0C3-1A35-B4B08E0A5229}"/>
              </a:ext>
            </a:extLst>
          </p:cNvPr>
          <p:cNvSpPr txBox="1"/>
          <p:nvPr/>
        </p:nvSpPr>
        <p:spPr>
          <a:xfrm>
            <a:off x="1986568" y="2549096"/>
            <a:ext cx="1514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NGS adapter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482A20-4CA6-CFE2-8B40-9F3D62919DED}"/>
              </a:ext>
            </a:extLst>
          </p:cNvPr>
          <p:cNvSpPr txBox="1"/>
          <p:nvPr/>
        </p:nvSpPr>
        <p:spPr>
          <a:xfrm>
            <a:off x="5283271" y="2549096"/>
            <a:ext cx="1514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NGS adapter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E00AA6-F607-4BD5-8F3B-024F7C692C65}"/>
              </a:ext>
            </a:extLst>
          </p:cNvPr>
          <p:cNvSpPr txBox="1"/>
          <p:nvPr/>
        </p:nvSpPr>
        <p:spPr>
          <a:xfrm>
            <a:off x="3202012" y="2995411"/>
            <a:ext cx="2234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Sequence of interest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4823AA-023D-E143-CC45-B46919C8C5D2}"/>
              </a:ext>
            </a:extLst>
          </p:cNvPr>
          <p:cNvCxnSpPr>
            <a:cxnSpLocks/>
          </p:cNvCxnSpPr>
          <p:nvPr/>
        </p:nvCxnSpPr>
        <p:spPr>
          <a:xfrm flipV="1">
            <a:off x="3278344" y="1254177"/>
            <a:ext cx="0" cy="502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8F58EE2-E22B-40ED-B999-9A940D2F8454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5141062" y="1254177"/>
            <a:ext cx="1" cy="5026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35C85AF-75D1-8461-840A-BB7501F00486}"/>
              </a:ext>
            </a:extLst>
          </p:cNvPr>
          <p:cNvSpPr txBox="1"/>
          <p:nvPr/>
        </p:nvSpPr>
        <p:spPr>
          <a:xfrm>
            <a:off x="2605400" y="924745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PCR handle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4559E3-AC22-DA3B-6EBA-834CCABCFFBD}"/>
              </a:ext>
            </a:extLst>
          </p:cNvPr>
          <p:cNvSpPr txBox="1"/>
          <p:nvPr/>
        </p:nvSpPr>
        <p:spPr>
          <a:xfrm>
            <a:off x="4465236" y="895264"/>
            <a:ext cx="1351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PCR handle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FD6F2F-86FE-35E9-985A-620E4B787436}"/>
              </a:ext>
            </a:extLst>
          </p:cNvPr>
          <p:cNvCxnSpPr>
            <a:cxnSpLocks/>
          </p:cNvCxnSpPr>
          <p:nvPr/>
        </p:nvCxnSpPr>
        <p:spPr>
          <a:xfrm>
            <a:off x="2949341" y="1841216"/>
            <a:ext cx="2862391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99EFF7D-7A98-3B08-08FF-CD6FDD80144E}"/>
              </a:ext>
            </a:extLst>
          </p:cNvPr>
          <p:cNvCxnSpPr>
            <a:cxnSpLocks/>
          </p:cNvCxnSpPr>
          <p:nvPr/>
        </p:nvCxnSpPr>
        <p:spPr>
          <a:xfrm flipH="1">
            <a:off x="2785929" y="1976524"/>
            <a:ext cx="2731797" cy="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463F5F8-623F-6A34-3DFD-88C1063B1D2C}"/>
              </a:ext>
            </a:extLst>
          </p:cNvPr>
          <p:cNvSpPr txBox="1"/>
          <p:nvPr/>
        </p:nvSpPr>
        <p:spPr>
          <a:xfrm>
            <a:off x="6329214" y="1736920"/>
            <a:ext cx="1837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R1 and R2 reads</a:t>
            </a:r>
          </a:p>
        </p:txBody>
      </p:sp>
    </p:spTree>
    <p:extLst>
      <p:ext uri="{BB962C8B-B14F-4D97-AF65-F5344CB8AC3E}">
        <p14:creationId xmlns:p14="http://schemas.microsoft.com/office/powerpoint/2010/main" val="3124646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195</Words>
  <Application>Microsoft Macintosh PowerPoint</Application>
  <PresentationFormat>Widescreen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GUIDE-seq-2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Barry, Timothy</dc:creator>
  <cp:lastModifiedBy>Barry, Timothy</cp:lastModifiedBy>
  <cp:revision>180</cp:revision>
  <dcterms:created xsi:type="dcterms:W3CDTF">2025-10-24T20:53:44Z</dcterms:created>
  <dcterms:modified xsi:type="dcterms:W3CDTF">2025-11-11T00:41:57Z</dcterms:modified>
</cp:coreProperties>
</file>